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486400" cx="5486400"/>
  <p:notesSz cx="6858000" cy="9144000"/>
  <p:embeddedFontLst>
    <p:embeddedFont>
      <p:font typeface="Barlow ExtraBold"/>
      <p:bold r:id="rId18"/>
      <p:boldItalic r:id="rId19"/>
    </p:embeddedFont>
    <p:embeddedFont>
      <p:font typeface="Barlow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28">
          <p15:clr>
            <a:srgbClr val="A4A3A4"/>
          </p15:clr>
        </p15:guide>
        <p15:guide id="2" pos="17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28" orient="horz"/>
        <p:guide pos="17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-regular.fntdata"/><Relationship Id="rId11" Type="http://schemas.openxmlformats.org/officeDocument/2006/relationships/slide" Target="slides/slide6.xml"/><Relationship Id="rId22" Type="http://schemas.openxmlformats.org/officeDocument/2006/relationships/font" Target="fonts/Barlow-italic.fntdata"/><Relationship Id="rId10" Type="http://schemas.openxmlformats.org/officeDocument/2006/relationships/slide" Target="slides/slide5.xml"/><Relationship Id="rId21" Type="http://schemas.openxmlformats.org/officeDocument/2006/relationships/font" Target="fonts/Barlow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Barlow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BarlowExtraBold-boldItalic.fntdata"/><Relationship Id="rId6" Type="http://schemas.openxmlformats.org/officeDocument/2006/relationships/slide" Target="slides/slide1.xml"/><Relationship Id="rId18" Type="http://schemas.openxmlformats.org/officeDocument/2006/relationships/font" Target="fonts/Barlow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e4ae3a961_0_55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e4ae3a96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0375b385f_1_124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0375b385f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b0375b3639_0_62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b0375b363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b0375b3639_0_52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b0375b363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0375b3639_0_30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0375b36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b0375b3639_0_20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b0375b363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b0375b3639_0_9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b0375b363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0375b3639_0_0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0375b36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b0375b3639_0_39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b0375b363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b0375b385f_1_177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b0375b385f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b0375b385f_1_183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b0375b385f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b0375b385f_1_128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b0375b385f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87025" y="794213"/>
            <a:ext cx="5112300" cy="21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7020" y="3023067"/>
            <a:ext cx="5112300" cy="8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87020" y="2294240"/>
            <a:ext cx="5112300" cy="8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87020" y="1229307"/>
            <a:ext cx="51123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87020" y="1229307"/>
            <a:ext cx="24000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899440" y="1229307"/>
            <a:ext cx="24000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87020" y="592640"/>
            <a:ext cx="1684800" cy="80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87020" y="1482240"/>
            <a:ext cx="1684800" cy="33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94150" y="480160"/>
            <a:ext cx="3820800" cy="43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743200" y="-133"/>
            <a:ext cx="2743200" cy="548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59300" y="1315387"/>
            <a:ext cx="2427000" cy="158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59300" y="2989947"/>
            <a:ext cx="2427000" cy="13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963700" y="772347"/>
            <a:ext cx="2302200" cy="39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87020" y="4512613"/>
            <a:ext cx="3599400" cy="6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87020" y="1179867"/>
            <a:ext cx="5112300" cy="209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87020" y="3362373"/>
            <a:ext cx="5112300" cy="13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87020" y="1229307"/>
            <a:ext cx="5112300" cy="3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51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1200" y="2441559"/>
            <a:ext cx="44040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PRODUCT STACKS</a:t>
            </a:r>
            <a:endParaRPr sz="30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SINGLES</a:t>
            </a:r>
            <a:endParaRPr sz="3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775" y="1958840"/>
            <a:ext cx="934850" cy="5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41200" y="2551803"/>
            <a:ext cx="440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use this template click File &gt; Make a copy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541200" y="255554"/>
            <a:ext cx="44040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ExtraBold"/>
                <a:ea typeface="Barlow ExtraBold"/>
                <a:cs typeface="Barlow ExtraBold"/>
                <a:sym typeface="Barlow ExtraBold"/>
              </a:rPr>
              <a:t>EXAMPLE</a:t>
            </a:r>
            <a:endParaRPr sz="30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650" y="877154"/>
            <a:ext cx="3013112" cy="4304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8200" y="3346875"/>
            <a:ext cx="1239674" cy="16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>
            <a:off x="301875" y="2817030"/>
            <a:ext cx="1609800" cy="2372100"/>
          </a:xfrm>
          <a:prstGeom prst="roundRect">
            <a:avLst>
              <a:gd fmla="val 788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6173" y="3190000"/>
            <a:ext cx="2082949" cy="208294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1243200" y="124275"/>
            <a:ext cx="30000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ASSETS</a:t>
            </a:r>
            <a:endParaRPr sz="3000">
              <a:solidFill>
                <a:schemeClr val="dk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6775" y="968200"/>
            <a:ext cx="3290674" cy="1909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620475" y="667975"/>
            <a:ext cx="1291200" cy="1847700"/>
          </a:xfrm>
          <a:prstGeom prst="roundRect">
            <a:avLst>
              <a:gd fmla="val 1090" name="adj"/>
            </a:avLst>
          </a:prstGeom>
          <a:solidFill>
            <a:srgbClr val="FCFCF8"/>
          </a:solidFill>
          <a:ln>
            <a:noFill/>
          </a:ln>
          <a:effectLst>
            <a:outerShdw blurRad="200025" rotWithShape="0" algn="bl" dir="2820000" dist="19050">
              <a:srgbClr val="000000">
                <a:alpha val="2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1506075" y="372375"/>
            <a:ext cx="2283900" cy="4716900"/>
          </a:xfrm>
          <a:prstGeom prst="roundRect">
            <a:avLst>
              <a:gd fmla="val 13767" name="adj"/>
            </a:avLst>
          </a:prstGeom>
          <a:solidFill>
            <a:srgbClr val="FCFCF8"/>
          </a:solidFill>
          <a:ln>
            <a:noFill/>
          </a:ln>
          <a:effectLst>
            <a:outerShdw blurRad="200025" rotWithShape="0" algn="bl" dir="2820000" dist="19050">
              <a:srgbClr val="000000">
                <a:alpha val="2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37" y="187637"/>
            <a:ext cx="5111127" cy="5111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1148550" y="461100"/>
            <a:ext cx="3189300" cy="4564200"/>
          </a:xfrm>
          <a:prstGeom prst="roundRect">
            <a:avLst>
              <a:gd fmla="val 1090" name="adj"/>
            </a:avLst>
          </a:prstGeom>
          <a:solidFill>
            <a:srgbClr val="FCFCF8"/>
          </a:solidFill>
          <a:ln>
            <a:noFill/>
          </a:ln>
          <a:effectLst>
            <a:outerShdw blurRad="200025" rotWithShape="0" algn="bl" dir="2820000" dist="19050">
              <a:srgbClr val="000000">
                <a:alpha val="2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9"/>
          <p:cNvGrpSpPr/>
          <p:nvPr/>
        </p:nvGrpSpPr>
        <p:grpSpPr>
          <a:xfrm>
            <a:off x="152400" y="1239975"/>
            <a:ext cx="5181604" cy="3006450"/>
            <a:chOff x="152400" y="1239975"/>
            <a:chExt cx="5181604" cy="3006450"/>
          </a:xfrm>
        </p:grpSpPr>
        <p:sp>
          <p:nvSpPr>
            <p:cNvPr id="93" name="Google Shape;93;p19"/>
            <p:cNvSpPr/>
            <p:nvPr/>
          </p:nvSpPr>
          <p:spPr>
            <a:xfrm>
              <a:off x="670275" y="1324025"/>
              <a:ext cx="4087800" cy="2830200"/>
            </a:xfrm>
            <a:prstGeom prst="roundRect">
              <a:avLst>
                <a:gd fmla="val 1090" name="adj"/>
              </a:avLst>
            </a:prstGeom>
            <a:solidFill>
              <a:srgbClr val="FCF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4" name="Google Shape;9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239975"/>
              <a:ext cx="5181604" cy="3006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1105450" y="331800"/>
            <a:ext cx="3273000" cy="4822800"/>
          </a:xfrm>
          <a:prstGeom prst="roundRect">
            <a:avLst>
              <a:gd fmla="val 7058" name="adj"/>
            </a:avLst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5400012" scaled="0"/>
          </a:gradFill>
          <a:ln>
            <a:noFill/>
          </a:ln>
          <a:effectLst>
            <a:outerShdw blurRad="200025" rotWithShape="0" algn="bl" dir="2820000" dist="19050">
              <a:srgbClr val="000000">
                <a:alpha val="2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/>
          <p:nvPr/>
        </p:nvSpPr>
        <p:spPr>
          <a:xfrm>
            <a:off x="1106700" y="331795"/>
            <a:ext cx="3273000" cy="4822800"/>
          </a:xfrm>
          <a:prstGeom prst="roundRect">
            <a:avLst>
              <a:gd fmla="val 7887" name="adj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/>
        </p:nvSpPr>
        <p:spPr>
          <a:xfrm>
            <a:off x="1620575" y="2127575"/>
            <a:ext cx="21909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EXAMPLE BONUS</a:t>
            </a:r>
            <a:endParaRPr sz="32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833" y="405950"/>
            <a:ext cx="3550750" cy="467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/>
        </p:nvSpPr>
        <p:spPr>
          <a:xfrm>
            <a:off x="914850" y="2203050"/>
            <a:ext cx="36567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ExtraBold"/>
                <a:ea typeface="Barlow ExtraBold"/>
                <a:cs typeface="Barlow ExtraBold"/>
                <a:sym typeface="Barlow ExtraBold"/>
              </a:rPr>
              <a:t>CREATE YOUR OWN ON THE NEXT SLIDE</a:t>
            </a:r>
            <a:endParaRPr sz="30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/>
        </p:nvSpPr>
        <p:spPr>
          <a:xfrm>
            <a:off x="541200" y="2368197"/>
            <a:ext cx="4404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export your image (on the previous slide) click on the slide, then File &gt; Download &gt; PNG image (current slide)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