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486400" cx="5486400"/>
  <p:notesSz cx="6858000" cy="9144000"/>
  <p:embeddedFontLst>
    <p:embeddedFont>
      <p:font typeface="Barlow ExtraBold"/>
      <p:bold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28">
          <p15:clr>
            <a:srgbClr val="A4A3A4"/>
          </p15:clr>
        </p15:guide>
        <p15:guide id="2" pos="17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28" orient="horz"/>
        <p:guide pos="17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BarlowExtraBold-bold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Barlow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5e2b1d7e8_1_54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5e2b1d7e8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0375b3863_5_4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0375b3863_5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6e4ae3a961_0_38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6e4ae3a96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6e4ae3a961_0_75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6e4ae3a96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b0375b3421_1_1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b0375b342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b0375b3863_5_8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b0375b3863_5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87025" y="794213"/>
            <a:ext cx="5112300" cy="21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87020" y="3023067"/>
            <a:ext cx="5112300" cy="8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87020" y="2294240"/>
            <a:ext cx="5112300" cy="89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87020" y="474693"/>
            <a:ext cx="51123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87020" y="1229307"/>
            <a:ext cx="5112300" cy="3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87020" y="474693"/>
            <a:ext cx="51123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87020" y="1229307"/>
            <a:ext cx="2400000" cy="3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2899440" y="1229307"/>
            <a:ext cx="2400000" cy="3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87020" y="474693"/>
            <a:ext cx="51123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87020" y="592640"/>
            <a:ext cx="1684800" cy="80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87020" y="1482240"/>
            <a:ext cx="1684800" cy="33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94150" y="480160"/>
            <a:ext cx="3820800" cy="43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743200" y="-133"/>
            <a:ext cx="2743200" cy="548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59300" y="1315387"/>
            <a:ext cx="2427000" cy="158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59300" y="2989947"/>
            <a:ext cx="2427000" cy="13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2963700" y="772347"/>
            <a:ext cx="2302200" cy="394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87020" y="4512613"/>
            <a:ext cx="3599400" cy="6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87020" y="1179867"/>
            <a:ext cx="5112300" cy="209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87020" y="3362373"/>
            <a:ext cx="5112300" cy="13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87020" y="474693"/>
            <a:ext cx="51123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87020" y="1229307"/>
            <a:ext cx="5112300" cy="3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083475" y="4974098"/>
            <a:ext cx="3291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51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41200" y="2659788"/>
            <a:ext cx="4404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IMAGE COLLAGES</a:t>
            </a:r>
            <a:endParaRPr sz="3000">
              <a:solidFill>
                <a:srgbClr val="FFFFFF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5775" y="2185802"/>
            <a:ext cx="934850" cy="5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541200" y="2551803"/>
            <a:ext cx="440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ExtraBold"/>
                <a:ea typeface="Barlow ExtraBold"/>
                <a:cs typeface="Barlow ExtraBold"/>
                <a:sym typeface="Barlow ExtraBold"/>
              </a:rPr>
              <a:t>To use this template click File &gt; Make a copy</a:t>
            </a:r>
            <a:endParaRPr sz="12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863" y="1684200"/>
            <a:ext cx="3768684" cy="211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1243200" y="124275"/>
            <a:ext cx="30000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EXAMPLE</a:t>
            </a:r>
            <a:endParaRPr sz="3000">
              <a:solidFill>
                <a:schemeClr val="dk1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 rotWithShape="1">
          <a:blip r:embed="rId3">
            <a:alphaModFix/>
          </a:blip>
          <a:srcRect b="0" l="12177" r="14373" t="0"/>
          <a:stretch/>
        </p:blipFill>
        <p:spPr>
          <a:xfrm>
            <a:off x="478775" y="1019391"/>
            <a:ext cx="2208349" cy="2255076"/>
          </a:xfrm>
          <a:prstGeom prst="rect">
            <a:avLst/>
          </a:prstGeom>
          <a:noFill/>
          <a:ln cap="flat" cmpd="sng" w="2857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200025" rotWithShape="0" algn="bl" dir="2700000" dist="19050">
              <a:srgbClr val="000000">
                <a:alpha val="50000"/>
              </a:srgbClr>
            </a:outerShdw>
          </a:effectLst>
        </p:spPr>
      </p:pic>
      <p:pic>
        <p:nvPicPr>
          <p:cNvPr id="72" name="Google Shape;72;p16"/>
          <p:cNvPicPr preferRelativeResize="0"/>
          <p:nvPr/>
        </p:nvPicPr>
        <p:blipFill rotWithShape="1">
          <a:blip r:embed="rId4">
            <a:alphaModFix/>
          </a:blip>
          <a:srcRect b="0" l="0" r="0" t="32845"/>
          <a:stretch/>
        </p:blipFill>
        <p:spPr>
          <a:xfrm>
            <a:off x="364725" y="3056816"/>
            <a:ext cx="2539950" cy="1978325"/>
          </a:xfrm>
          <a:prstGeom prst="rect">
            <a:avLst/>
          </a:prstGeom>
          <a:noFill/>
          <a:ln cap="flat" cmpd="sng" w="2857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200025" rotWithShape="0" algn="bl" dir="2700000" dist="19050">
              <a:srgbClr val="000000">
                <a:alpha val="50000"/>
              </a:srgbClr>
            </a:outerShdw>
          </a:effectLst>
        </p:spPr>
      </p:pic>
      <p:pic>
        <p:nvPicPr>
          <p:cNvPr id="73" name="Google Shape;73;p16"/>
          <p:cNvPicPr preferRelativeResize="0"/>
          <p:nvPr/>
        </p:nvPicPr>
        <p:blipFill rotWithShape="1">
          <a:blip r:embed="rId5">
            <a:alphaModFix/>
          </a:blip>
          <a:srcRect b="0" l="13134" r="7789" t="0"/>
          <a:stretch/>
        </p:blipFill>
        <p:spPr>
          <a:xfrm>
            <a:off x="2506900" y="1183803"/>
            <a:ext cx="2539951" cy="1926250"/>
          </a:xfrm>
          <a:prstGeom prst="rect">
            <a:avLst/>
          </a:prstGeom>
          <a:noFill/>
          <a:ln cap="flat" cmpd="sng" w="2857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200025" rotWithShape="0" algn="bl" dir="2700000" dist="19050">
              <a:srgbClr val="000000">
                <a:alpha val="50000"/>
              </a:srgbClr>
            </a:outerShdw>
          </a:effectLst>
        </p:spPr>
      </p:pic>
      <p:pic>
        <p:nvPicPr>
          <p:cNvPr id="74" name="Google Shape;74;p16"/>
          <p:cNvPicPr preferRelativeResize="0"/>
          <p:nvPr/>
        </p:nvPicPr>
        <p:blipFill rotWithShape="1">
          <a:blip r:embed="rId6">
            <a:alphaModFix/>
          </a:blip>
          <a:srcRect b="0" l="16648" r="18090" t="0"/>
          <a:stretch/>
        </p:blipFill>
        <p:spPr>
          <a:xfrm>
            <a:off x="2687125" y="2929415"/>
            <a:ext cx="2096226" cy="2141273"/>
          </a:xfrm>
          <a:prstGeom prst="rect">
            <a:avLst/>
          </a:prstGeom>
          <a:noFill/>
          <a:ln cap="flat" cmpd="sng" w="2857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200025" rotWithShape="0" algn="bl" dir="2700000" dist="19050">
              <a:srgbClr val="000000">
                <a:alpha val="50000"/>
              </a:srgbClr>
            </a:outerShdw>
          </a:effectLst>
        </p:spPr>
      </p:pic>
      <p:sp>
        <p:nvSpPr>
          <p:cNvPr id="75" name="Google Shape;75;p16"/>
          <p:cNvSpPr txBox="1"/>
          <p:nvPr/>
        </p:nvSpPr>
        <p:spPr>
          <a:xfrm>
            <a:off x="1243200" y="124275"/>
            <a:ext cx="30000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EXAMPLE</a:t>
            </a:r>
            <a:endParaRPr sz="3000">
              <a:solidFill>
                <a:schemeClr val="dk1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903000" y="2209500"/>
            <a:ext cx="3680400" cy="10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CREATE YOURS ON THE NEXT SLIDE</a:t>
            </a:r>
            <a:endParaRPr sz="3000">
              <a:solidFill>
                <a:schemeClr val="dk1"/>
              </a:solidFill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541200" y="2368197"/>
            <a:ext cx="4404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ExtraBold"/>
                <a:ea typeface="Barlow ExtraBold"/>
                <a:cs typeface="Barlow ExtraBold"/>
                <a:sym typeface="Barlow ExtraBold"/>
              </a:rPr>
              <a:t>To export your image (on the previous slide) click on the slide, then File &gt; Download &gt; PNG image (current slide)</a:t>
            </a:r>
            <a:endParaRPr sz="1200">
              <a:latin typeface="Barlow ExtraBold"/>
              <a:ea typeface="Barlow ExtraBold"/>
              <a:cs typeface="Barlow ExtraBold"/>
              <a:sym typeface="Barlow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