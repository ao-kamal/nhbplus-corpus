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Barlow ExtraBold"/>
      <p:bold r:id="rId13"/>
      <p:boldItalic r:id="rId14"/>
    </p:embeddedFont>
    <p:embeddedFont>
      <p:font typeface="Barlow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BarlowExtraBold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rlow-regular.fntdata"/><Relationship Id="rId14" Type="http://schemas.openxmlformats.org/officeDocument/2006/relationships/font" Target="fonts/BarlowExtraBold-boldItalic.fntdata"/><Relationship Id="rId17" Type="http://schemas.openxmlformats.org/officeDocument/2006/relationships/font" Target="fonts/Barlow-italic.fntdata"/><Relationship Id="rId16" Type="http://schemas.openxmlformats.org/officeDocument/2006/relationships/font" Target="fonts/Barlow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Barlow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04b19bb4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04b19bb4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8f21d78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8f21d78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e550db21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6e550db21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04b19bb45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04b19bb45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04b19bb45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04b19bb45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08f21d78c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08f21d78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1500" lIns="181500" spcFirstLastPara="1" rIns="181500" wrap="square" tIns="181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2pPr>
            <a:lvl3pPr lvl="2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3pPr>
            <a:lvl4pPr lvl="3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4pPr>
            <a:lvl5pPr lvl="4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5pPr>
            <a:lvl6pPr lvl="5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6pPr>
            <a:lvl7pPr lvl="6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7pPr>
            <a:lvl8pPr lvl="7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8pPr>
            <a:lvl9pPr lvl="8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1500" lIns="181500" spcFirstLastPara="1" rIns="181500" wrap="square" tIns="18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1500" lIns="181500" spcFirstLastPara="1" rIns="181500" wrap="square" tIns="181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1500" lIns="181500" spcFirstLastPara="1" rIns="181500" wrap="square" tIns="181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1500" lIns="181500" spcFirstLastPara="1" rIns="181500" wrap="square" tIns="1815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1500" lIns="181500" spcFirstLastPara="1" rIns="181500" wrap="square" tIns="181500">
            <a:no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500" lIns="181500" spcFirstLastPara="1" rIns="181500" wrap="square" tIns="18150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unsplash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974150" y="4348038"/>
            <a:ext cx="83397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BACKGROUND IMAGE TEMPLATE</a:t>
            </a:r>
            <a:endParaRPr sz="7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750" y="3570468"/>
            <a:ext cx="1432500" cy="8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804000" y="4784630"/>
            <a:ext cx="146799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0300" lIns="260300" spcFirstLastPara="1" rIns="260300" wrap="square" tIns="26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34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10454" l="0" r="2799" t="16643"/>
          <a:stretch/>
        </p:blipFill>
        <p:spPr>
          <a:xfrm>
            <a:off x="0" y="0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92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1500" lIns="181500" spcFirstLastPara="1" rIns="181500" wrap="square" tIns="18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974150" y="385644"/>
            <a:ext cx="83397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7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10454" l="0" r="2799" t="16643"/>
          <a:stretch/>
        </p:blipFill>
        <p:spPr>
          <a:xfrm>
            <a:off x="9057873" y="4685825"/>
            <a:ext cx="8026661" cy="45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4974150" y="483694"/>
            <a:ext cx="83397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7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305400" y="2715225"/>
            <a:ext cx="11677200" cy="55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Barlow"/>
                <a:ea typeface="Barlow"/>
                <a:cs typeface="Barlow"/>
                <a:sym typeface="Barlow"/>
              </a:rPr>
              <a:t>IMAGES: </a:t>
            </a:r>
            <a:r>
              <a:rPr lang="en" sz="50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4"/>
              </a:rPr>
              <a:t>https://unsplash.com</a:t>
            </a:r>
            <a:endParaRPr sz="5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Barlow"/>
                <a:ea typeface="Barlow"/>
                <a:cs typeface="Barlow"/>
                <a:sym typeface="Barlow"/>
              </a:rPr>
              <a:t>OVERLAY:</a:t>
            </a:r>
            <a:endParaRPr sz="5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245900" y="4406525"/>
            <a:ext cx="7261500" cy="4515000"/>
          </a:xfrm>
          <a:prstGeom prst="rect">
            <a:avLst/>
          </a:prstGeom>
          <a:solidFill>
            <a:srgbClr val="000000">
              <a:alpha val="59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6"/>
          <p:cNvCxnSpPr/>
          <p:nvPr/>
        </p:nvCxnSpPr>
        <p:spPr>
          <a:xfrm>
            <a:off x="5027125" y="5259875"/>
            <a:ext cx="1846500" cy="1473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4974150" y="3959238"/>
            <a:ext cx="83397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latin typeface="Barlow ExtraBold"/>
                <a:ea typeface="Barlow ExtraBold"/>
                <a:cs typeface="Barlow ExtraBold"/>
                <a:sym typeface="Barlow ExtraBold"/>
              </a:rPr>
              <a:t>CREATE YOUR OWN ON THE NEXT SLIDE</a:t>
            </a:r>
            <a:endParaRPr sz="70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1804000" y="4440370"/>
            <a:ext cx="146799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0300" lIns="260300" spcFirstLastPara="1" rIns="260300" wrap="square" tIns="26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34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