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6.xml"/>
  <Override ContentType="application/vnd.openxmlformats-officedocument.presentationml.slide+xml" PartName="/ppt/slides/slide5.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9" r:id="rId4"/>
  </p:sldMasterIdLst>
  <p:notesMasterIdLst>
    <p:notesMasterId r:id="rId5"/>
  </p:notesMasterIdLst>
  <p:sldIdLst>
    <p:sldId id="256" r:id="rId6"/>
    <p:sldId id="257" r:id="rId7"/>
    <p:sldId id="258" r:id="rId8"/>
    <p:sldId id="259" r:id="rId9"/>
    <p:sldId id="260" r:id="rId10"/>
    <p:sldId id="261" r:id="rId11"/>
  </p:sldIdLst>
  <p:sldSz cy="4114800" cx="5486400"/>
  <p:notesSz cx="6858000" cy="9144000"/>
  <p:embeddedFontLst>
    <p:embeddedFont>
      <p:font typeface="Barlow ExtraBold"/>
      <p:bold r:id="rId12"/>
      <p:boldItalic r:id="rId13"/>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296">
          <p15:clr>
            <a:srgbClr val="A4A3A4"/>
          </p15:clr>
        </p15:guide>
        <p15:guide id="2" pos="1728">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296" orient="horz"/>
        <p:guide pos="1728"/>
      </p:guideLst>
    </p:cSldViewPr>
  </p:slideViewPr>
</p:viewPr>
</file>

<file path=ppt/_rels/presentation.xml.rels><?xml version="1.0" encoding="UTF-8" standalone="yes"?><Relationships xmlns="http://schemas.openxmlformats.org/package/2006/relationships"><Relationship Id="rId11" Type="http://schemas.openxmlformats.org/officeDocument/2006/relationships/slide" Target="slides/slide6.xml"/><Relationship Id="rId10" Type="http://schemas.openxmlformats.org/officeDocument/2006/relationships/slide" Target="slides/slide5.xml"/><Relationship Id="rId13" Type="http://schemas.openxmlformats.org/officeDocument/2006/relationships/font" Target="fonts/BarlowExtraBold-boldItalic.fntdata"/><Relationship Id="rId12" Type="http://schemas.openxmlformats.org/officeDocument/2006/relationships/font" Target="fonts/BarlowExtraBold-bold.fntdata"/><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11433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 name="Shape 50"/>
        <p:cNvGrpSpPr/>
        <p:nvPr/>
      </p:nvGrpSpPr>
      <p:grpSpPr>
        <a:xfrm>
          <a:off x="0" y="0"/>
          <a:ext cx="0" cy="0"/>
          <a:chOff x="0" y="0"/>
          <a:chExt cx="0" cy="0"/>
        </a:xfrm>
      </p:grpSpPr>
      <p:sp>
        <p:nvSpPr>
          <p:cNvPr id="51" name="Google Shape;51;g6e4ae3a961_0_55:notes"/>
          <p:cNvSpPr/>
          <p:nvPr>
            <p:ph idx="2" type="sldImg"/>
          </p:nvPr>
        </p:nvSpPr>
        <p:spPr>
          <a:xfrm>
            <a:off x="1143300"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52" name="Google Shape;52;g6e4ae3a961_0_5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 name="Shape 56"/>
        <p:cNvGrpSpPr/>
        <p:nvPr/>
      </p:nvGrpSpPr>
      <p:grpSpPr>
        <a:xfrm>
          <a:off x="0" y="0"/>
          <a:ext cx="0" cy="0"/>
          <a:chOff x="0" y="0"/>
          <a:chExt cx="0" cy="0"/>
        </a:xfrm>
      </p:grpSpPr>
      <p:sp>
        <p:nvSpPr>
          <p:cNvPr id="57" name="Google Shape;57;gb060d76d85_0_18:notes"/>
          <p:cNvSpPr/>
          <p:nvPr>
            <p:ph idx="2" type="sldImg"/>
          </p:nvPr>
        </p:nvSpPr>
        <p:spPr>
          <a:xfrm>
            <a:off x="1143300"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58" name="Google Shape;58;gb060d76d85_0_1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1" name="Shape 61"/>
        <p:cNvGrpSpPr/>
        <p:nvPr/>
      </p:nvGrpSpPr>
      <p:grpSpPr>
        <a:xfrm>
          <a:off x="0" y="0"/>
          <a:ext cx="0" cy="0"/>
          <a:chOff x="0" y="0"/>
          <a:chExt cx="0" cy="0"/>
        </a:xfrm>
      </p:grpSpPr>
      <p:sp>
        <p:nvSpPr>
          <p:cNvPr id="62" name="Google Shape;62;gb0375b3639_0_52:notes"/>
          <p:cNvSpPr/>
          <p:nvPr>
            <p:ph idx="2" type="sldImg"/>
          </p:nvPr>
        </p:nvSpPr>
        <p:spPr>
          <a:xfrm>
            <a:off x="1143300"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63" name="Google Shape;63;gb0375b3639_0_5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4" name="Shape 74"/>
        <p:cNvGrpSpPr/>
        <p:nvPr/>
      </p:nvGrpSpPr>
      <p:grpSpPr>
        <a:xfrm>
          <a:off x="0" y="0"/>
          <a:ext cx="0" cy="0"/>
          <a:chOff x="0" y="0"/>
          <a:chExt cx="0" cy="0"/>
        </a:xfrm>
      </p:grpSpPr>
      <p:sp>
        <p:nvSpPr>
          <p:cNvPr id="75" name="Google Shape;75;gb0375b385f_1_8:notes"/>
          <p:cNvSpPr/>
          <p:nvPr>
            <p:ph idx="2" type="sldImg"/>
          </p:nvPr>
        </p:nvSpPr>
        <p:spPr>
          <a:xfrm>
            <a:off x="1143300"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76" name="Google Shape;76;gb0375b385f_1_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9" name="Shape 79"/>
        <p:cNvGrpSpPr/>
        <p:nvPr/>
      </p:nvGrpSpPr>
      <p:grpSpPr>
        <a:xfrm>
          <a:off x="0" y="0"/>
          <a:ext cx="0" cy="0"/>
          <a:chOff x="0" y="0"/>
          <a:chExt cx="0" cy="0"/>
        </a:xfrm>
      </p:grpSpPr>
      <p:sp>
        <p:nvSpPr>
          <p:cNvPr id="80" name="Google Shape;80;gb0375b385f_1_12:notes"/>
          <p:cNvSpPr/>
          <p:nvPr>
            <p:ph idx="2" type="sldImg"/>
          </p:nvPr>
        </p:nvSpPr>
        <p:spPr>
          <a:xfrm>
            <a:off x="1143300"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81" name="Google Shape;81;gb0375b385f_1_1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3" name="Shape 83"/>
        <p:cNvGrpSpPr/>
        <p:nvPr/>
      </p:nvGrpSpPr>
      <p:grpSpPr>
        <a:xfrm>
          <a:off x="0" y="0"/>
          <a:ext cx="0" cy="0"/>
          <a:chOff x="0" y="0"/>
          <a:chExt cx="0" cy="0"/>
        </a:xfrm>
      </p:grpSpPr>
      <p:sp>
        <p:nvSpPr>
          <p:cNvPr id="84" name="Google Shape;84;gb060d76d85_0_22:notes"/>
          <p:cNvSpPr/>
          <p:nvPr>
            <p:ph idx="2" type="sldImg"/>
          </p:nvPr>
        </p:nvSpPr>
        <p:spPr>
          <a:xfrm>
            <a:off x="1143300"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85" name="Google Shape;85;gb060d76d85_0_2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187025" y="595660"/>
            <a:ext cx="5112300" cy="1641900"/>
          </a:xfrm>
          <a:prstGeom prst="rect">
            <a:avLst/>
          </a:prstGeom>
        </p:spPr>
        <p:txBody>
          <a:bodyPr anchorCtr="0" anchor="b" bIns="91425" lIns="91425" spcFirstLastPara="1" rIns="91425" wrap="square" tIns="91425">
            <a:no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187020" y="2267300"/>
            <a:ext cx="5112300" cy="634200"/>
          </a:xfrm>
          <a:prstGeom prst="rect">
            <a:avLst/>
          </a:prstGeom>
        </p:spPr>
        <p:txBody>
          <a:bodyPr anchorCtr="0" anchor="t" bIns="91425" lIns="91425" spcFirstLastPara="1" rIns="91425" wrap="square" tIns="91425">
            <a:no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5083475" y="3730573"/>
            <a:ext cx="329100" cy="3150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187020" y="1720680"/>
            <a:ext cx="5112300" cy="673200"/>
          </a:xfrm>
          <a:prstGeom prst="rect">
            <a:avLst/>
          </a:prstGeom>
        </p:spPr>
        <p:txBody>
          <a:bodyPr anchorCtr="0" anchor="ctr" bIns="91425" lIns="91425" spcFirstLastPara="1" rIns="91425" wrap="square" tIns="91425">
            <a:no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5083475" y="3730573"/>
            <a:ext cx="329100" cy="3150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187020" y="356020"/>
            <a:ext cx="5112300" cy="458100"/>
          </a:xfrm>
          <a:prstGeom prst="rect">
            <a:avLst/>
          </a:prstGeom>
        </p:spPr>
        <p:txBody>
          <a:bodyPr anchorCtr="0" anchor="t" bIns="91425" lIns="91425" spcFirstLastPara="1" rIns="91425" wrap="square" tIns="91425">
            <a:no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187020" y="921980"/>
            <a:ext cx="5112300" cy="2733000"/>
          </a:xfrm>
          <a:prstGeom prst="rect">
            <a:avLst/>
          </a:prstGeom>
        </p:spPr>
        <p:txBody>
          <a:bodyPr anchorCtr="0" anchor="t" bIns="91425" lIns="91425" spcFirstLastPara="1" rIns="91425" wrap="square" tIns="91425">
            <a:noAutofit/>
          </a:bodyPr>
          <a:lstStyle>
            <a:lvl1pPr indent="-342900" lvl="0" marL="457200">
              <a:spcBef>
                <a:spcPts val="0"/>
              </a:spcBef>
              <a:spcAft>
                <a:spcPts val="0"/>
              </a:spcAft>
              <a:buSzPts val="1800"/>
              <a:buChar char="●"/>
              <a:defRPr/>
            </a:lvl1pPr>
            <a:lvl2pPr indent="-317500" lvl="1" marL="914400">
              <a:spcBef>
                <a:spcPts val="1600"/>
              </a:spcBef>
              <a:spcAft>
                <a:spcPts val="0"/>
              </a:spcAft>
              <a:buSzPts val="1400"/>
              <a:buChar char="○"/>
              <a:defRPr/>
            </a:lvl2pPr>
            <a:lvl3pPr indent="-317500" lvl="2" marL="1371600">
              <a:spcBef>
                <a:spcPts val="1600"/>
              </a:spcBef>
              <a:spcAft>
                <a:spcPts val="0"/>
              </a:spcAft>
              <a:buSzPts val="1400"/>
              <a:buChar char="■"/>
              <a:defRPr/>
            </a:lvl3pPr>
            <a:lvl4pPr indent="-317500" lvl="3" marL="1828800">
              <a:spcBef>
                <a:spcPts val="1600"/>
              </a:spcBef>
              <a:spcAft>
                <a:spcPts val="0"/>
              </a:spcAft>
              <a:buSzPts val="1400"/>
              <a:buChar char="●"/>
              <a:defRPr/>
            </a:lvl4pPr>
            <a:lvl5pPr indent="-317500" lvl="4" marL="2286000">
              <a:spcBef>
                <a:spcPts val="1600"/>
              </a:spcBef>
              <a:spcAft>
                <a:spcPts val="0"/>
              </a:spcAft>
              <a:buSzPts val="1400"/>
              <a:buChar char="○"/>
              <a:defRPr/>
            </a:lvl5pPr>
            <a:lvl6pPr indent="-317500" lvl="5" marL="2743200">
              <a:spcBef>
                <a:spcPts val="1600"/>
              </a:spcBef>
              <a:spcAft>
                <a:spcPts val="0"/>
              </a:spcAft>
              <a:buSzPts val="1400"/>
              <a:buChar char="■"/>
              <a:defRPr/>
            </a:lvl6pPr>
            <a:lvl7pPr indent="-317500" lvl="6" marL="3200400">
              <a:spcBef>
                <a:spcPts val="1600"/>
              </a:spcBef>
              <a:spcAft>
                <a:spcPts val="0"/>
              </a:spcAft>
              <a:buSzPts val="1400"/>
              <a:buChar char="●"/>
              <a:defRPr/>
            </a:lvl7pPr>
            <a:lvl8pPr indent="-317500" lvl="7" marL="3657600">
              <a:spcBef>
                <a:spcPts val="1600"/>
              </a:spcBef>
              <a:spcAft>
                <a:spcPts val="0"/>
              </a:spcAft>
              <a:buSzPts val="1400"/>
              <a:buChar char="○"/>
              <a:defRPr/>
            </a:lvl8pPr>
            <a:lvl9pPr indent="-317500" lvl="8" marL="4114800">
              <a:spcBef>
                <a:spcPts val="1600"/>
              </a:spcBef>
              <a:spcAft>
                <a:spcPts val="1600"/>
              </a:spcAft>
              <a:buSzPts val="1400"/>
              <a:buChar char="■"/>
              <a:defRPr/>
            </a:lvl9pPr>
          </a:lstStyle>
          <a:p/>
        </p:txBody>
      </p:sp>
      <p:sp>
        <p:nvSpPr>
          <p:cNvPr id="19" name="Google Shape;19;p4"/>
          <p:cNvSpPr txBox="1"/>
          <p:nvPr>
            <p:ph idx="12" type="sldNum"/>
          </p:nvPr>
        </p:nvSpPr>
        <p:spPr>
          <a:xfrm>
            <a:off x="5083475" y="3730573"/>
            <a:ext cx="329100" cy="3150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187020" y="356020"/>
            <a:ext cx="5112300" cy="458100"/>
          </a:xfrm>
          <a:prstGeom prst="rect">
            <a:avLst/>
          </a:prstGeom>
        </p:spPr>
        <p:txBody>
          <a:bodyPr anchorCtr="0" anchor="t" bIns="91425" lIns="91425" spcFirstLastPara="1" rIns="91425" wrap="square" tIns="91425">
            <a:no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187020" y="921980"/>
            <a:ext cx="2400000" cy="2733000"/>
          </a:xfrm>
          <a:prstGeom prst="rect">
            <a:avLst/>
          </a:prstGeom>
        </p:spPr>
        <p:txBody>
          <a:bodyPr anchorCtr="0" anchor="t" bIns="91425" lIns="91425" spcFirstLastPara="1" rIns="91425" wrap="square" tIns="91425">
            <a:noAutofit/>
          </a:bodyPr>
          <a:lstStyle>
            <a:lvl1pPr indent="-317500" lvl="0" marL="457200">
              <a:spcBef>
                <a:spcPts val="0"/>
              </a:spcBef>
              <a:spcAft>
                <a:spcPts val="0"/>
              </a:spcAft>
              <a:buSzPts val="1400"/>
              <a:buChar char="●"/>
              <a:defRPr sz="1400"/>
            </a:lvl1pPr>
            <a:lvl2pPr indent="-304800" lvl="1" marL="914400">
              <a:spcBef>
                <a:spcPts val="1600"/>
              </a:spcBef>
              <a:spcAft>
                <a:spcPts val="0"/>
              </a:spcAft>
              <a:buSzPts val="1200"/>
              <a:buChar char="○"/>
              <a:defRPr sz="1200"/>
            </a:lvl2pPr>
            <a:lvl3pPr indent="-304800" lvl="2" marL="1371600">
              <a:spcBef>
                <a:spcPts val="1600"/>
              </a:spcBef>
              <a:spcAft>
                <a:spcPts val="0"/>
              </a:spcAft>
              <a:buSzPts val="1200"/>
              <a:buChar char="■"/>
              <a:defRPr sz="1200"/>
            </a:lvl3pPr>
            <a:lvl4pPr indent="-304800" lvl="3" marL="1828800">
              <a:spcBef>
                <a:spcPts val="1600"/>
              </a:spcBef>
              <a:spcAft>
                <a:spcPts val="0"/>
              </a:spcAft>
              <a:buSzPts val="1200"/>
              <a:buChar char="●"/>
              <a:defRPr sz="1200"/>
            </a:lvl4pPr>
            <a:lvl5pPr indent="-304800" lvl="4" marL="2286000">
              <a:spcBef>
                <a:spcPts val="1600"/>
              </a:spcBef>
              <a:spcAft>
                <a:spcPts val="0"/>
              </a:spcAft>
              <a:buSzPts val="1200"/>
              <a:buChar char="○"/>
              <a:defRPr sz="1200"/>
            </a:lvl5pPr>
            <a:lvl6pPr indent="-304800" lvl="5" marL="2743200">
              <a:spcBef>
                <a:spcPts val="1600"/>
              </a:spcBef>
              <a:spcAft>
                <a:spcPts val="0"/>
              </a:spcAft>
              <a:buSzPts val="1200"/>
              <a:buChar char="■"/>
              <a:defRPr sz="1200"/>
            </a:lvl6pPr>
            <a:lvl7pPr indent="-304800" lvl="6" marL="3200400">
              <a:spcBef>
                <a:spcPts val="1600"/>
              </a:spcBef>
              <a:spcAft>
                <a:spcPts val="0"/>
              </a:spcAft>
              <a:buSzPts val="1200"/>
              <a:buChar char="●"/>
              <a:defRPr sz="1200"/>
            </a:lvl7pPr>
            <a:lvl8pPr indent="-304800" lvl="7" marL="3657600">
              <a:spcBef>
                <a:spcPts val="1600"/>
              </a:spcBef>
              <a:spcAft>
                <a:spcPts val="0"/>
              </a:spcAft>
              <a:buSzPts val="1200"/>
              <a:buChar char="○"/>
              <a:defRPr sz="1200"/>
            </a:lvl8pPr>
            <a:lvl9pPr indent="-304800" lvl="8" marL="4114800">
              <a:spcBef>
                <a:spcPts val="1600"/>
              </a:spcBef>
              <a:spcAft>
                <a:spcPts val="1600"/>
              </a:spcAft>
              <a:buSzPts val="1200"/>
              <a:buChar char="■"/>
              <a:defRPr sz="1200"/>
            </a:lvl9pPr>
          </a:lstStyle>
          <a:p/>
        </p:txBody>
      </p:sp>
      <p:sp>
        <p:nvSpPr>
          <p:cNvPr id="23" name="Google Shape;23;p5"/>
          <p:cNvSpPr txBox="1"/>
          <p:nvPr>
            <p:ph idx="2" type="body"/>
          </p:nvPr>
        </p:nvSpPr>
        <p:spPr>
          <a:xfrm>
            <a:off x="2899440" y="921980"/>
            <a:ext cx="2400000" cy="2733000"/>
          </a:xfrm>
          <a:prstGeom prst="rect">
            <a:avLst/>
          </a:prstGeom>
        </p:spPr>
        <p:txBody>
          <a:bodyPr anchorCtr="0" anchor="t" bIns="91425" lIns="91425" spcFirstLastPara="1" rIns="91425" wrap="square" tIns="91425">
            <a:noAutofit/>
          </a:bodyPr>
          <a:lstStyle>
            <a:lvl1pPr indent="-317500" lvl="0" marL="457200">
              <a:spcBef>
                <a:spcPts val="0"/>
              </a:spcBef>
              <a:spcAft>
                <a:spcPts val="0"/>
              </a:spcAft>
              <a:buSzPts val="1400"/>
              <a:buChar char="●"/>
              <a:defRPr sz="1400"/>
            </a:lvl1pPr>
            <a:lvl2pPr indent="-304800" lvl="1" marL="914400">
              <a:spcBef>
                <a:spcPts val="1600"/>
              </a:spcBef>
              <a:spcAft>
                <a:spcPts val="0"/>
              </a:spcAft>
              <a:buSzPts val="1200"/>
              <a:buChar char="○"/>
              <a:defRPr sz="1200"/>
            </a:lvl2pPr>
            <a:lvl3pPr indent="-304800" lvl="2" marL="1371600">
              <a:spcBef>
                <a:spcPts val="1600"/>
              </a:spcBef>
              <a:spcAft>
                <a:spcPts val="0"/>
              </a:spcAft>
              <a:buSzPts val="1200"/>
              <a:buChar char="■"/>
              <a:defRPr sz="1200"/>
            </a:lvl3pPr>
            <a:lvl4pPr indent="-304800" lvl="3" marL="1828800">
              <a:spcBef>
                <a:spcPts val="1600"/>
              </a:spcBef>
              <a:spcAft>
                <a:spcPts val="0"/>
              </a:spcAft>
              <a:buSzPts val="1200"/>
              <a:buChar char="●"/>
              <a:defRPr sz="1200"/>
            </a:lvl4pPr>
            <a:lvl5pPr indent="-304800" lvl="4" marL="2286000">
              <a:spcBef>
                <a:spcPts val="1600"/>
              </a:spcBef>
              <a:spcAft>
                <a:spcPts val="0"/>
              </a:spcAft>
              <a:buSzPts val="1200"/>
              <a:buChar char="○"/>
              <a:defRPr sz="1200"/>
            </a:lvl5pPr>
            <a:lvl6pPr indent="-304800" lvl="5" marL="2743200">
              <a:spcBef>
                <a:spcPts val="1600"/>
              </a:spcBef>
              <a:spcAft>
                <a:spcPts val="0"/>
              </a:spcAft>
              <a:buSzPts val="1200"/>
              <a:buChar char="■"/>
              <a:defRPr sz="1200"/>
            </a:lvl6pPr>
            <a:lvl7pPr indent="-304800" lvl="6" marL="3200400">
              <a:spcBef>
                <a:spcPts val="1600"/>
              </a:spcBef>
              <a:spcAft>
                <a:spcPts val="0"/>
              </a:spcAft>
              <a:buSzPts val="1200"/>
              <a:buChar char="●"/>
              <a:defRPr sz="1200"/>
            </a:lvl7pPr>
            <a:lvl8pPr indent="-304800" lvl="7" marL="3657600">
              <a:spcBef>
                <a:spcPts val="1600"/>
              </a:spcBef>
              <a:spcAft>
                <a:spcPts val="0"/>
              </a:spcAft>
              <a:buSzPts val="1200"/>
              <a:buChar char="○"/>
              <a:defRPr sz="1200"/>
            </a:lvl8pPr>
            <a:lvl9pPr indent="-304800" lvl="8" marL="4114800">
              <a:spcBef>
                <a:spcPts val="1600"/>
              </a:spcBef>
              <a:spcAft>
                <a:spcPts val="1600"/>
              </a:spcAft>
              <a:buSzPts val="1200"/>
              <a:buChar char="■"/>
              <a:defRPr sz="1200"/>
            </a:lvl9pPr>
          </a:lstStyle>
          <a:p/>
        </p:txBody>
      </p:sp>
      <p:sp>
        <p:nvSpPr>
          <p:cNvPr id="24" name="Google Shape;24;p5"/>
          <p:cNvSpPr txBox="1"/>
          <p:nvPr>
            <p:ph idx="12" type="sldNum"/>
          </p:nvPr>
        </p:nvSpPr>
        <p:spPr>
          <a:xfrm>
            <a:off x="5083475" y="3730573"/>
            <a:ext cx="329100" cy="3150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187020" y="356020"/>
            <a:ext cx="5112300" cy="458100"/>
          </a:xfrm>
          <a:prstGeom prst="rect">
            <a:avLst/>
          </a:prstGeom>
        </p:spPr>
        <p:txBody>
          <a:bodyPr anchorCtr="0" anchor="t" bIns="91425" lIns="91425" spcFirstLastPara="1" rIns="91425" wrap="square" tIns="91425">
            <a:no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5083475" y="3730573"/>
            <a:ext cx="329100" cy="3150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187020" y="444480"/>
            <a:ext cx="1684800" cy="604500"/>
          </a:xfrm>
          <a:prstGeom prst="rect">
            <a:avLst/>
          </a:prstGeom>
        </p:spPr>
        <p:txBody>
          <a:bodyPr anchorCtr="0" anchor="b" bIns="91425" lIns="91425" spcFirstLastPara="1" rIns="91425" wrap="square" tIns="91425">
            <a:no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187020" y="1111680"/>
            <a:ext cx="1684800" cy="25437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sz="1200"/>
            </a:lvl1pPr>
            <a:lvl2pPr indent="-304800" lvl="1" marL="914400">
              <a:spcBef>
                <a:spcPts val="1600"/>
              </a:spcBef>
              <a:spcAft>
                <a:spcPts val="0"/>
              </a:spcAft>
              <a:buSzPts val="1200"/>
              <a:buChar char="○"/>
              <a:defRPr sz="1200"/>
            </a:lvl2pPr>
            <a:lvl3pPr indent="-304800" lvl="2" marL="1371600">
              <a:spcBef>
                <a:spcPts val="1600"/>
              </a:spcBef>
              <a:spcAft>
                <a:spcPts val="0"/>
              </a:spcAft>
              <a:buSzPts val="1200"/>
              <a:buChar char="■"/>
              <a:defRPr sz="1200"/>
            </a:lvl3pPr>
            <a:lvl4pPr indent="-304800" lvl="3" marL="1828800">
              <a:spcBef>
                <a:spcPts val="1600"/>
              </a:spcBef>
              <a:spcAft>
                <a:spcPts val="0"/>
              </a:spcAft>
              <a:buSzPts val="1200"/>
              <a:buChar char="●"/>
              <a:defRPr sz="1200"/>
            </a:lvl4pPr>
            <a:lvl5pPr indent="-304800" lvl="4" marL="2286000">
              <a:spcBef>
                <a:spcPts val="1600"/>
              </a:spcBef>
              <a:spcAft>
                <a:spcPts val="0"/>
              </a:spcAft>
              <a:buSzPts val="1200"/>
              <a:buChar char="○"/>
              <a:defRPr sz="1200"/>
            </a:lvl5pPr>
            <a:lvl6pPr indent="-304800" lvl="5" marL="2743200">
              <a:spcBef>
                <a:spcPts val="1600"/>
              </a:spcBef>
              <a:spcAft>
                <a:spcPts val="0"/>
              </a:spcAft>
              <a:buSzPts val="1200"/>
              <a:buChar char="■"/>
              <a:defRPr sz="1200"/>
            </a:lvl6pPr>
            <a:lvl7pPr indent="-304800" lvl="6" marL="3200400">
              <a:spcBef>
                <a:spcPts val="1600"/>
              </a:spcBef>
              <a:spcAft>
                <a:spcPts val="0"/>
              </a:spcAft>
              <a:buSzPts val="1200"/>
              <a:buChar char="●"/>
              <a:defRPr sz="1200"/>
            </a:lvl7pPr>
            <a:lvl8pPr indent="-304800" lvl="7" marL="3657600">
              <a:spcBef>
                <a:spcPts val="1600"/>
              </a:spcBef>
              <a:spcAft>
                <a:spcPts val="0"/>
              </a:spcAft>
              <a:buSzPts val="1200"/>
              <a:buChar char="○"/>
              <a:defRPr sz="1200"/>
            </a:lvl8pPr>
            <a:lvl9pPr indent="-304800" lvl="8" marL="4114800">
              <a:spcBef>
                <a:spcPts val="1600"/>
              </a:spcBef>
              <a:spcAft>
                <a:spcPts val="1600"/>
              </a:spcAft>
              <a:buSzPts val="1200"/>
              <a:buChar char="■"/>
              <a:defRPr sz="1200"/>
            </a:lvl9pPr>
          </a:lstStyle>
          <a:p/>
        </p:txBody>
      </p:sp>
      <p:sp>
        <p:nvSpPr>
          <p:cNvPr id="31" name="Google Shape;31;p7"/>
          <p:cNvSpPr txBox="1"/>
          <p:nvPr>
            <p:ph idx="12" type="sldNum"/>
          </p:nvPr>
        </p:nvSpPr>
        <p:spPr>
          <a:xfrm>
            <a:off x="5083475" y="3730573"/>
            <a:ext cx="329100" cy="3150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294150" y="360120"/>
            <a:ext cx="3820800" cy="3272700"/>
          </a:xfrm>
          <a:prstGeom prst="rect">
            <a:avLst/>
          </a:prstGeom>
        </p:spPr>
        <p:txBody>
          <a:bodyPr anchorCtr="0" anchor="ctr" bIns="91425" lIns="91425" spcFirstLastPara="1" rIns="91425" wrap="square" tIns="91425">
            <a:no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5083475" y="3730573"/>
            <a:ext cx="329100" cy="3150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2743200" y="-100"/>
            <a:ext cx="2743200" cy="41148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159300" y="986540"/>
            <a:ext cx="2427000" cy="1185600"/>
          </a:xfrm>
          <a:prstGeom prst="rect">
            <a:avLst/>
          </a:prstGeom>
        </p:spPr>
        <p:txBody>
          <a:bodyPr anchorCtr="0" anchor="b" bIns="91425" lIns="91425" spcFirstLastPara="1" rIns="91425" wrap="square" tIns="91425">
            <a:no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159300" y="2242460"/>
            <a:ext cx="2427000" cy="987900"/>
          </a:xfrm>
          <a:prstGeom prst="rect">
            <a:avLst/>
          </a:prstGeom>
        </p:spPr>
        <p:txBody>
          <a:bodyPr anchorCtr="0" anchor="t" bIns="91425" lIns="91425" spcFirstLastPara="1" rIns="91425" wrap="square" tIns="91425">
            <a:no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2963700" y="579260"/>
            <a:ext cx="2302200" cy="2956200"/>
          </a:xfrm>
          <a:prstGeom prst="rect">
            <a:avLst/>
          </a:prstGeom>
        </p:spPr>
        <p:txBody>
          <a:bodyPr anchorCtr="0" anchor="ctr" bIns="91425" lIns="91425" spcFirstLastPara="1" rIns="91425" wrap="square" tIns="91425">
            <a:noAutofit/>
          </a:bodyPr>
          <a:lstStyle>
            <a:lvl1pPr indent="-342900" lvl="0" marL="457200">
              <a:spcBef>
                <a:spcPts val="0"/>
              </a:spcBef>
              <a:spcAft>
                <a:spcPts val="0"/>
              </a:spcAft>
              <a:buSzPts val="1800"/>
              <a:buChar char="●"/>
              <a:defRPr/>
            </a:lvl1pPr>
            <a:lvl2pPr indent="-317500" lvl="1" marL="914400">
              <a:spcBef>
                <a:spcPts val="1600"/>
              </a:spcBef>
              <a:spcAft>
                <a:spcPts val="0"/>
              </a:spcAft>
              <a:buSzPts val="1400"/>
              <a:buChar char="○"/>
              <a:defRPr/>
            </a:lvl2pPr>
            <a:lvl3pPr indent="-317500" lvl="2" marL="1371600">
              <a:spcBef>
                <a:spcPts val="1600"/>
              </a:spcBef>
              <a:spcAft>
                <a:spcPts val="0"/>
              </a:spcAft>
              <a:buSzPts val="1400"/>
              <a:buChar char="■"/>
              <a:defRPr/>
            </a:lvl3pPr>
            <a:lvl4pPr indent="-317500" lvl="3" marL="1828800">
              <a:spcBef>
                <a:spcPts val="1600"/>
              </a:spcBef>
              <a:spcAft>
                <a:spcPts val="0"/>
              </a:spcAft>
              <a:buSzPts val="1400"/>
              <a:buChar char="●"/>
              <a:defRPr/>
            </a:lvl4pPr>
            <a:lvl5pPr indent="-317500" lvl="4" marL="2286000">
              <a:spcBef>
                <a:spcPts val="1600"/>
              </a:spcBef>
              <a:spcAft>
                <a:spcPts val="0"/>
              </a:spcAft>
              <a:buSzPts val="1400"/>
              <a:buChar char="○"/>
              <a:defRPr/>
            </a:lvl5pPr>
            <a:lvl6pPr indent="-317500" lvl="5" marL="2743200">
              <a:spcBef>
                <a:spcPts val="1600"/>
              </a:spcBef>
              <a:spcAft>
                <a:spcPts val="0"/>
              </a:spcAft>
              <a:buSzPts val="1400"/>
              <a:buChar char="■"/>
              <a:defRPr/>
            </a:lvl6pPr>
            <a:lvl7pPr indent="-317500" lvl="6" marL="3200400">
              <a:spcBef>
                <a:spcPts val="1600"/>
              </a:spcBef>
              <a:spcAft>
                <a:spcPts val="0"/>
              </a:spcAft>
              <a:buSzPts val="1400"/>
              <a:buChar char="●"/>
              <a:defRPr/>
            </a:lvl7pPr>
            <a:lvl8pPr indent="-317500" lvl="7" marL="3657600">
              <a:spcBef>
                <a:spcPts val="1600"/>
              </a:spcBef>
              <a:spcAft>
                <a:spcPts val="0"/>
              </a:spcAft>
              <a:buSzPts val="1400"/>
              <a:buChar char="○"/>
              <a:defRPr/>
            </a:lvl8pPr>
            <a:lvl9pPr indent="-317500" lvl="8" marL="4114800">
              <a:spcBef>
                <a:spcPts val="1600"/>
              </a:spcBef>
              <a:spcAft>
                <a:spcPts val="1600"/>
              </a:spcAft>
              <a:buSzPts val="1400"/>
              <a:buChar char="■"/>
              <a:defRPr/>
            </a:lvl9pPr>
          </a:lstStyle>
          <a:p/>
        </p:txBody>
      </p:sp>
      <p:sp>
        <p:nvSpPr>
          <p:cNvPr id="40" name="Google Shape;40;p9"/>
          <p:cNvSpPr txBox="1"/>
          <p:nvPr>
            <p:ph idx="12" type="sldNum"/>
          </p:nvPr>
        </p:nvSpPr>
        <p:spPr>
          <a:xfrm>
            <a:off x="5083475" y="3730573"/>
            <a:ext cx="329100" cy="3150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187020" y="3384460"/>
            <a:ext cx="3599400" cy="483900"/>
          </a:xfrm>
          <a:prstGeom prst="rect">
            <a:avLst/>
          </a:prstGeom>
        </p:spPr>
        <p:txBody>
          <a:bodyPr anchorCtr="0" anchor="ctr" bIns="91425" lIns="91425" spcFirstLastPara="1" rIns="91425" wrap="square" tIns="91425">
            <a:no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5083475" y="3730573"/>
            <a:ext cx="329100" cy="3150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187020" y="884900"/>
            <a:ext cx="5112300" cy="1570800"/>
          </a:xfrm>
          <a:prstGeom prst="rect">
            <a:avLst/>
          </a:prstGeom>
        </p:spPr>
        <p:txBody>
          <a:bodyPr anchorCtr="0" anchor="b" bIns="91425" lIns="91425" spcFirstLastPara="1" rIns="91425" wrap="square" tIns="91425">
            <a:no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187020" y="2521780"/>
            <a:ext cx="5112300" cy="1040400"/>
          </a:xfrm>
          <a:prstGeom prst="rect">
            <a:avLst/>
          </a:prstGeom>
        </p:spPr>
        <p:txBody>
          <a:bodyPr anchorCtr="0" anchor="t" bIns="91425" lIns="91425" spcFirstLastPara="1" rIns="91425" wrap="square" tIns="91425">
            <a:noAutofit/>
          </a:bodyPr>
          <a:lstStyle>
            <a:lvl1pPr indent="-342900" lvl="0" marL="457200" algn="ctr">
              <a:spcBef>
                <a:spcPts val="0"/>
              </a:spcBef>
              <a:spcAft>
                <a:spcPts val="0"/>
              </a:spcAft>
              <a:buSzPts val="1800"/>
              <a:buChar char="●"/>
              <a:defRPr/>
            </a:lvl1pPr>
            <a:lvl2pPr indent="-317500" lvl="1" marL="914400" algn="ctr">
              <a:spcBef>
                <a:spcPts val="1600"/>
              </a:spcBef>
              <a:spcAft>
                <a:spcPts val="0"/>
              </a:spcAft>
              <a:buSzPts val="1400"/>
              <a:buChar char="○"/>
              <a:defRPr/>
            </a:lvl2pPr>
            <a:lvl3pPr indent="-317500" lvl="2" marL="1371600" algn="ctr">
              <a:spcBef>
                <a:spcPts val="1600"/>
              </a:spcBef>
              <a:spcAft>
                <a:spcPts val="0"/>
              </a:spcAft>
              <a:buSzPts val="1400"/>
              <a:buChar char="■"/>
              <a:defRPr/>
            </a:lvl3pPr>
            <a:lvl4pPr indent="-317500" lvl="3" marL="1828800" algn="ctr">
              <a:spcBef>
                <a:spcPts val="1600"/>
              </a:spcBef>
              <a:spcAft>
                <a:spcPts val="0"/>
              </a:spcAft>
              <a:buSzPts val="1400"/>
              <a:buChar char="●"/>
              <a:defRPr/>
            </a:lvl4pPr>
            <a:lvl5pPr indent="-317500" lvl="4" marL="2286000" algn="ctr">
              <a:spcBef>
                <a:spcPts val="1600"/>
              </a:spcBef>
              <a:spcAft>
                <a:spcPts val="0"/>
              </a:spcAft>
              <a:buSzPts val="1400"/>
              <a:buChar char="○"/>
              <a:defRPr/>
            </a:lvl5pPr>
            <a:lvl6pPr indent="-317500" lvl="5" marL="2743200" algn="ctr">
              <a:spcBef>
                <a:spcPts val="1600"/>
              </a:spcBef>
              <a:spcAft>
                <a:spcPts val="0"/>
              </a:spcAft>
              <a:buSzPts val="1400"/>
              <a:buChar char="■"/>
              <a:defRPr/>
            </a:lvl6pPr>
            <a:lvl7pPr indent="-317500" lvl="6" marL="3200400" algn="ctr">
              <a:spcBef>
                <a:spcPts val="1600"/>
              </a:spcBef>
              <a:spcAft>
                <a:spcPts val="0"/>
              </a:spcAft>
              <a:buSzPts val="1400"/>
              <a:buChar char="●"/>
              <a:defRPr/>
            </a:lvl7pPr>
            <a:lvl8pPr indent="-317500" lvl="7" marL="3657600" algn="ctr">
              <a:spcBef>
                <a:spcPts val="1600"/>
              </a:spcBef>
              <a:spcAft>
                <a:spcPts val="0"/>
              </a:spcAft>
              <a:buSzPts val="1400"/>
              <a:buChar char="○"/>
              <a:defRPr/>
            </a:lvl8pPr>
            <a:lvl9pPr indent="-317500" lvl="8" marL="4114800" algn="ctr">
              <a:spcBef>
                <a:spcPts val="1600"/>
              </a:spcBef>
              <a:spcAft>
                <a:spcPts val="1600"/>
              </a:spcAft>
              <a:buSzPts val="1400"/>
              <a:buChar char="■"/>
              <a:defRPr/>
            </a:lvl9pPr>
          </a:lstStyle>
          <a:p/>
        </p:txBody>
      </p:sp>
      <p:sp>
        <p:nvSpPr>
          <p:cNvPr id="47" name="Google Shape;47;p11"/>
          <p:cNvSpPr txBox="1"/>
          <p:nvPr>
            <p:ph idx="12" type="sldNum"/>
          </p:nvPr>
        </p:nvSpPr>
        <p:spPr>
          <a:xfrm>
            <a:off x="5083475" y="3730573"/>
            <a:ext cx="329100" cy="3150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5083475" y="3730573"/>
            <a:ext cx="329100" cy="3150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187020" y="356020"/>
            <a:ext cx="5112300" cy="458100"/>
          </a:xfrm>
          <a:prstGeom prst="rect">
            <a:avLst/>
          </a:prstGeom>
          <a:noFill/>
          <a:ln>
            <a:noFill/>
          </a:ln>
        </p:spPr>
        <p:txBody>
          <a:bodyPr anchorCtr="0" anchor="t" bIns="91425" lIns="91425" spcFirstLastPara="1" rIns="91425" wrap="square" tIns="91425">
            <a:no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187020" y="921980"/>
            <a:ext cx="5112300" cy="2733000"/>
          </a:xfrm>
          <a:prstGeom prst="rect">
            <a:avLst/>
          </a:prstGeom>
          <a:noFill/>
          <a:ln>
            <a:noFill/>
          </a:ln>
        </p:spPr>
        <p:txBody>
          <a:bodyPr anchorCtr="0" anchor="t" bIns="91425" lIns="91425" spcFirstLastPara="1" rIns="91425" wrap="square" tIns="91425">
            <a:no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1600"/>
              </a:spcBef>
              <a:spcAft>
                <a:spcPts val="0"/>
              </a:spcAft>
              <a:buClr>
                <a:schemeClr val="dk2"/>
              </a:buClr>
              <a:buSzPts val="1400"/>
              <a:buChar char="○"/>
              <a:defRPr>
                <a:solidFill>
                  <a:schemeClr val="dk2"/>
                </a:solidFill>
              </a:defRPr>
            </a:lvl2pPr>
            <a:lvl3pPr indent="-317500" lvl="2" marL="1371600">
              <a:lnSpc>
                <a:spcPct val="115000"/>
              </a:lnSpc>
              <a:spcBef>
                <a:spcPts val="1600"/>
              </a:spcBef>
              <a:spcAft>
                <a:spcPts val="0"/>
              </a:spcAft>
              <a:buClr>
                <a:schemeClr val="dk2"/>
              </a:buClr>
              <a:buSzPts val="1400"/>
              <a:buChar char="■"/>
              <a:defRPr>
                <a:solidFill>
                  <a:schemeClr val="dk2"/>
                </a:solidFill>
              </a:defRPr>
            </a:lvl3pPr>
            <a:lvl4pPr indent="-317500" lvl="3" marL="1828800">
              <a:lnSpc>
                <a:spcPct val="115000"/>
              </a:lnSpc>
              <a:spcBef>
                <a:spcPts val="1600"/>
              </a:spcBef>
              <a:spcAft>
                <a:spcPts val="0"/>
              </a:spcAft>
              <a:buClr>
                <a:schemeClr val="dk2"/>
              </a:buClr>
              <a:buSzPts val="1400"/>
              <a:buChar char="●"/>
              <a:defRPr>
                <a:solidFill>
                  <a:schemeClr val="dk2"/>
                </a:solidFill>
              </a:defRPr>
            </a:lvl4pPr>
            <a:lvl5pPr indent="-317500" lvl="4" marL="2286000">
              <a:lnSpc>
                <a:spcPct val="115000"/>
              </a:lnSpc>
              <a:spcBef>
                <a:spcPts val="1600"/>
              </a:spcBef>
              <a:spcAft>
                <a:spcPts val="0"/>
              </a:spcAft>
              <a:buClr>
                <a:schemeClr val="dk2"/>
              </a:buClr>
              <a:buSzPts val="1400"/>
              <a:buChar char="○"/>
              <a:defRPr>
                <a:solidFill>
                  <a:schemeClr val="dk2"/>
                </a:solidFill>
              </a:defRPr>
            </a:lvl5pPr>
            <a:lvl6pPr indent="-317500" lvl="5" marL="2743200">
              <a:lnSpc>
                <a:spcPct val="115000"/>
              </a:lnSpc>
              <a:spcBef>
                <a:spcPts val="1600"/>
              </a:spcBef>
              <a:spcAft>
                <a:spcPts val="0"/>
              </a:spcAft>
              <a:buClr>
                <a:schemeClr val="dk2"/>
              </a:buClr>
              <a:buSzPts val="1400"/>
              <a:buChar char="■"/>
              <a:defRPr>
                <a:solidFill>
                  <a:schemeClr val="dk2"/>
                </a:solidFill>
              </a:defRPr>
            </a:lvl6pPr>
            <a:lvl7pPr indent="-317500" lvl="6" marL="3200400">
              <a:lnSpc>
                <a:spcPct val="115000"/>
              </a:lnSpc>
              <a:spcBef>
                <a:spcPts val="1600"/>
              </a:spcBef>
              <a:spcAft>
                <a:spcPts val="0"/>
              </a:spcAft>
              <a:buClr>
                <a:schemeClr val="dk2"/>
              </a:buClr>
              <a:buSzPts val="1400"/>
              <a:buChar char="●"/>
              <a:defRPr>
                <a:solidFill>
                  <a:schemeClr val="dk2"/>
                </a:solidFill>
              </a:defRPr>
            </a:lvl7pPr>
            <a:lvl8pPr indent="-317500" lvl="7" marL="3657600">
              <a:lnSpc>
                <a:spcPct val="115000"/>
              </a:lnSpc>
              <a:spcBef>
                <a:spcPts val="1600"/>
              </a:spcBef>
              <a:spcAft>
                <a:spcPts val="0"/>
              </a:spcAft>
              <a:buClr>
                <a:schemeClr val="dk2"/>
              </a:buClr>
              <a:buSzPts val="1400"/>
              <a:buChar char="○"/>
              <a:defRPr>
                <a:solidFill>
                  <a:schemeClr val="dk2"/>
                </a:solidFill>
              </a:defRPr>
            </a:lvl8pPr>
            <a:lvl9pPr indent="-317500" lvl="8" marL="4114800">
              <a:lnSpc>
                <a:spcPct val="115000"/>
              </a:lnSpc>
              <a:spcBef>
                <a:spcPts val="1600"/>
              </a:spcBef>
              <a:spcAft>
                <a:spcPts val="160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5083475" y="3730573"/>
            <a:ext cx="329100" cy="315000"/>
          </a:xfrm>
          <a:prstGeom prst="rect">
            <a:avLst/>
          </a:prstGeom>
          <a:noFill/>
          <a:ln>
            <a:noFill/>
          </a:ln>
        </p:spPr>
        <p:txBody>
          <a:bodyPr anchorCtr="0" anchor="ctr" bIns="91425" lIns="91425" spcFirstLastPara="1" rIns="91425" wrap="square" tIns="91425">
            <a:no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xml"/><Relationship Id="rId3"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 Id="rId3" Type="http://schemas.openxmlformats.org/officeDocument/2006/relationships/image" Target="../media/image2.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0051D"/>
        </a:solidFill>
      </p:bgPr>
    </p:bg>
    <p:spTree>
      <p:nvGrpSpPr>
        <p:cNvPr id="53" name="Shape 53"/>
        <p:cNvGrpSpPr/>
        <p:nvPr/>
      </p:nvGrpSpPr>
      <p:grpSpPr>
        <a:xfrm>
          <a:off x="0" y="0"/>
          <a:ext cx="0" cy="0"/>
          <a:chOff x="0" y="0"/>
          <a:chExt cx="0" cy="0"/>
        </a:xfrm>
      </p:grpSpPr>
      <p:sp>
        <p:nvSpPr>
          <p:cNvPr id="54" name="Google Shape;54;p13"/>
          <p:cNvSpPr txBox="1"/>
          <p:nvPr/>
        </p:nvSpPr>
        <p:spPr>
          <a:xfrm>
            <a:off x="541200" y="1992754"/>
            <a:ext cx="4404000" cy="6120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sz="3000">
                <a:solidFill>
                  <a:srgbClr val="FFFFFF"/>
                </a:solidFill>
                <a:latin typeface="Barlow ExtraBold"/>
                <a:ea typeface="Barlow ExtraBold"/>
                <a:cs typeface="Barlow ExtraBold"/>
                <a:sym typeface="Barlow ExtraBold"/>
              </a:rPr>
              <a:t>OPEN BOOK</a:t>
            </a:r>
            <a:endParaRPr sz="3000">
              <a:solidFill>
                <a:srgbClr val="FFFFFF"/>
              </a:solidFill>
              <a:latin typeface="Barlow ExtraBold"/>
              <a:ea typeface="Barlow ExtraBold"/>
              <a:cs typeface="Barlow ExtraBold"/>
              <a:sym typeface="Barlow ExtraBold"/>
            </a:endParaRPr>
          </a:p>
        </p:txBody>
      </p:sp>
      <p:pic>
        <p:nvPicPr>
          <p:cNvPr id="55" name="Google Shape;55;p13"/>
          <p:cNvPicPr preferRelativeResize="0"/>
          <p:nvPr/>
        </p:nvPicPr>
        <p:blipFill>
          <a:blip r:embed="rId3">
            <a:alphaModFix/>
          </a:blip>
          <a:stretch>
            <a:fillRect/>
          </a:stretch>
        </p:blipFill>
        <p:spPr>
          <a:xfrm>
            <a:off x="2275775" y="1510040"/>
            <a:ext cx="934850" cy="557175"/>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noFill/>
      </p:bgPr>
    </p:bg>
    <p:spTree>
      <p:nvGrpSpPr>
        <p:cNvPr id="59" name="Shape 59"/>
        <p:cNvGrpSpPr/>
        <p:nvPr/>
      </p:nvGrpSpPr>
      <p:grpSpPr>
        <a:xfrm>
          <a:off x="0" y="0"/>
          <a:ext cx="0" cy="0"/>
          <a:chOff x="0" y="0"/>
          <a:chExt cx="0" cy="0"/>
        </a:xfrm>
      </p:grpSpPr>
      <p:sp>
        <p:nvSpPr>
          <p:cNvPr id="60" name="Google Shape;60;p14"/>
          <p:cNvSpPr txBox="1"/>
          <p:nvPr/>
        </p:nvSpPr>
        <p:spPr>
          <a:xfrm>
            <a:off x="541200" y="1913852"/>
            <a:ext cx="4404000" cy="2871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sz="1200">
                <a:latin typeface="Barlow ExtraBold"/>
                <a:ea typeface="Barlow ExtraBold"/>
                <a:cs typeface="Barlow ExtraBold"/>
                <a:sym typeface="Barlow ExtraBold"/>
              </a:rPr>
              <a:t>To use this template click File &gt; Make a copy</a:t>
            </a:r>
            <a:endParaRPr sz="1200">
              <a:latin typeface="Barlow ExtraBold"/>
              <a:ea typeface="Barlow ExtraBold"/>
              <a:cs typeface="Barlow ExtraBold"/>
              <a:sym typeface="Barlow ExtraBold"/>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noFill/>
      </p:bgPr>
    </p:bg>
    <p:spTree>
      <p:nvGrpSpPr>
        <p:cNvPr id="64" name="Shape 64"/>
        <p:cNvGrpSpPr/>
        <p:nvPr/>
      </p:nvGrpSpPr>
      <p:grpSpPr>
        <a:xfrm>
          <a:off x="0" y="0"/>
          <a:ext cx="0" cy="0"/>
          <a:chOff x="0" y="0"/>
          <a:chExt cx="0" cy="0"/>
        </a:xfrm>
      </p:grpSpPr>
      <p:sp>
        <p:nvSpPr>
          <p:cNvPr id="65" name="Google Shape;65;p15"/>
          <p:cNvSpPr txBox="1"/>
          <p:nvPr/>
        </p:nvSpPr>
        <p:spPr>
          <a:xfrm>
            <a:off x="1243200" y="42202"/>
            <a:ext cx="3000000" cy="3441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2100">
                <a:latin typeface="Barlow ExtraBold"/>
                <a:ea typeface="Barlow ExtraBold"/>
                <a:cs typeface="Barlow ExtraBold"/>
                <a:sym typeface="Barlow ExtraBold"/>
              </a:rPr>
              <a:t>ASSETS</a:t>
            </a:r>
            <a:endParaRPr sz="2100">
              <a:latin typeface="Barlow ExtraBold"/>
              <a:ea typeface="Barlow ExtraBold"/>
              <a:cs typeface="Barlow ExtraBold"/>
              <a:sym typeface="Barlow ExtraBold"/>
            </a:endParaRPr>
          </a:p>
        </p:txBody>
      </p:sp>
      <p:sp>
        <p:nvSpPr>
          <p:cNvPr id="66" name="Google Shape;66;p15"/>
          <p:cNvSpPr txBox="1"/>
          <p:nvPr/>
        </p:nvSpPr>
        <p:spPr>
          <a:xfrm>
            <a:off x="4678913" y="3522875"/>
            <a:ext cx="294300" cy="344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700">
                <a:solidFill>
                  <a:srgbClr val="000000"/>
                </a:solidFill>
                <a:latin typeface="Georgia"/>
                <a:ea typeface="Georgia"/>
                <a:cs typeface="Georgia"/>
                <a:sym typeface="Georgia"/>
              </a:rPr>
              <a:t>5</a:t>
            </a:r>
            <a:endParaRPr sz="700">
              <a:latin typeface="Georgia"/>
              <a:ea typeface="Georgia"/>
              <a:cs typeface="Georgia"/>
              <a:sym typeface="Georgia"/>
            </a:endParaRPr>
          </a:p>
        </p:txBody>
      </p:sp>
      <p:sp>
        <p:nvSpPr>
          <p:cNvPr id="67" name="Google Shape;67;p15"/>
          <p:cNvSpPr txBox="1"/>
          <p:nvPr/>
        </p:nvSpPr>
        <p:spPr>
          <a:xfrm>
            <a:off x="491663" y="3522875"/>
            <a:ext cx="294300" cy="344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700">
                <a:solidFill>
                  <a:srgbClr val="000000"/>
                </a:solidFill>
                <a:latin typeface="Georgia"/>
                <a:ea typeface="Georgia"/>
                <a:cs typeface="Georgia"/>
                <a:sym typeface="Georgia"/>
              </a:rPr>
              <a:t>4</a:t>
            </a:r>
            <a:endParaRPr sz="700">
              <a:latin typeface="Georgia"/>
              <a:ea typeface="Georgia"/>
              <a:cs typeface="Georgia"/>
              <a:sym typeface="Georgia"/>
            </a:endParaRPr>
          </a:p>
        </p:txBody>
      </p:sp>
      <p:pic>
        <p:nvPicPr>
          <p:cNvPr id="68" name="Google Shape;68;p15"/>
          <p:cNvPicPr preferRelativeResize="0"/>
          <p:nvPr/>
        </p:nvPicPr>
        <p:blipFill rotWithShape="1">
          <a:blip r:embed="rId3">
            <a:alphaModFix/>
          </a:blip>
          <a:srcRect b="42683" l="19576" r="21048" t="0"/>
          <a:stretch/>
        </p:blipFill>
        <p:spPr>
          <a:xfrm>
            <a:off x="227800" y="439650"/>
            <a:ext cx="5030775" cy="3642503"/>
          </a:xfrm>
          <a:prstGeom prst="rect">
            <a:avLst/>
          </a:prstGeom>
          <a:noFill/>
          <a:ln>
            <a:noFill/>
          </a:ln>
        </p:spPr>
      </p:pic>
      <p:sp>
        <p:nvSpPr>
          <p:cNvPr id="69" name="Google Shape;69;p15"/>
          <p:cNvSpPr txBox="1"/>
          <p:nvPr/>
        </p:nvSpPr>
        <p:spPr>
          <a:xfrm>
            <a:off x="2904563" y="755550"/>
            <a:ext cx="2010900" cy="3003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700">
                <a:solidFill>
                  <a:srgbClr val="000000"/>
                </a:solidFill>
                <a:latin typeface="Georgia"/>
                <a:ea typeface="Georgia"/>
                <a:cs typeface="Georgia"/>
                <a:sym typeface="Georgia"/>
              </a:rPr>
              <a:t>Insert text hereInsert text here Insert text here Insert text here Insert text here Insert text here Insert text here Insert text here Insert text here Insert text here Insert text here Insert text here Insert text here Insert text here Insert text here Insert text here Insert text here Insert text here Insert text here Insert text here Insert text here Insert text here Insert text here Insert text here Insert text here Insert text here Insert text here Insert text here Insert text here Insert text here Insert text here InInsert text hereInsert text here Insert text here Insert text here Insert text here Insert text here Insert text here Insert text here Insert text here Insert text here Insert text here Insert text here Insert text here Insert text here Insert text here Insert text here Insert text here Insert text here Insert text here Insert text here Insert text here Insert text here Insert text here Insert text here Insert text here Insert text here Insert text here Insert text here Insert text here Insert text here Insert text here Insert text here Insert text here Insert text here Insert text here Insert text here </a:t>
            </a:r>
            <a:endParaRPr sz="700">
              <a:latin typeface="Georgia"/>
              <a:ea typeface="Georgia"/>
              <a:cs typeface="Georgia"/>
              <a:sym typeface="Georgia"/>
            </a:endParaRPr>
          </a:p>
        </p:txBody>
      </p:sp>
      <p:sp>
        <p:nvSpPr>
          <p:cNvPr id="70" name="Google Shape;70;p15"/>
          <p:cNvSpPr txBox="1"/>
          <p:nvPr/>
        </p:nvSpPr>
        <p:spPr>
          <a:xfrm>
            <a:off x="4678913" y="3522875"/>
            <a:ext cx="294300" cy="344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700">
                <a:solidFill>
                  <a:srgbClr val="000000"/>
                </a:solidFill>
                <a:latin typeface="Georgia"/>
                <a:ea typeface="Georgia"/>
                <a:cs typeface="Georgia"/>
                <a:sym typeface="Georgia"/>
              </a:rPr>
              <a:t>5</a:t>
            </a:r>
            <a:endParaRPr sz="700">
              <a:latin typeface="Georgia"/>
              <a:ea typeface="Georgia"/>
              <a:cs typeface="Georgia"/>
              <a:sym typeface="Georgia"/>
            </a:endParaRPr>
          </a:p>
        </p:txBody>
      </p:sp>
      <p:sp>
        <p:nvSpPr>
          <p:cNvPr id="71" name="Google Shape;71;p15"/>
          <p:cNvSpPr txBox="1"/>
          <p:nvPr/>
        </p:nvSpPr>
        <p:spPr>
          <a:xfrm>
            <a:off x="491663" y="3522875"/>
            <a:ext cx="294300" cy="344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700">
                <a:solidFill>
                  <a:srgbClr val="000000"/>
                </a:solidFill>
                <a:latin typeface="Georgia"/>
                <a:ea typeface="Georgia"/>
                <a:cs typeface="Georgia"/>
                <a:sym typeface="Georgia"/>
              </a:rPr>
              <a:t>4</a:t>
            </a:r>
            <a:endParaRPr sz="700">
              <a:latin typeface="Georgia"/>
              <a:ea typeface="Georgia"/>
              <a:cs typeface="Georgia"/>
              <a:sym typeface="Georgia"/>
            </a:endParaRPr>
          </a:p>
        </p:txBody>
      </p:sp>
      <p:sp>
        <p:nvSpPr>
          <p:cNvPr id="72" name="Google Shape;72;p15"/>
          <p:cNvSpPr txBox="1"/>
          <p:nvPr/>
        </p:nvSpPr>
        <p:spPr>
          <a:xfrm>
            <a:off x="491675" y="2001537"/>
            <a:ext cx="2010900" cy="1553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700">
                <a:latin typeface="Georgia"/>
                <a:ea typeface="Georgia"/>
                <a:cs typeface="Georgia"/>
                <a:sym typeface="Georgia"/>
              </a:rPr>
              <a:t>T</a:t>
            </a:r>
            <a:r>
              <a:rPr lang="en" sz="700">
                <a:solidFill>
                  <a:srgbClr val="000000"/>
                </a:solidFill>
                <a:latin typeface="Georgia"/>
                <a:ea typeface="Georgia"/>
                <a:cs typeface="Georgia"/>
                <a:sym typeface="Georgia"/>
              </a:rPr>
              <a:t>ext here Insert text here Insert text here Insert text here Insert text here Insert text here Insert text here Insert text here Insert text here Insert text here Insert text here Insert text here Insert text here Insert text here Insert text here Insert text here Insert text here Insert text here Insert text here Insert text here Insert text here Insert text here Insert text here Insert text here Insert text here Insert text here Insert text here Insert text here Insert text here Insert text here Insert text here Insert text here Insert text here Insert text here Insert text here</a:t>
            </a:r>
            <a:endParaRPr sz="700">
              <a:latin typeface="Georgia"/>
              <a:ea typeface="Georgia"/>
              <a:cs typeface="Georgia"/>
              <a:sym typeface="Georgia"/>
            </a:endParaRPr>
          </a:p>
        </p:txBody>
      </p:sp>
      <p:sp>
        <p:nvSpPr>
          <p:cNvPr id="73" name="Google Shape;73;p15"/>
          <p:cNvSpPr txBox="1"/>
          <p:nvPr/>
        </p:nvSpPr>
        <p:spPr>
          <a:xfrm>
            <a:off x="491675" y="1687862"/>
            <a:ext cx="2010900" cy="3441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1200">
                <a:latin typeface="Barlow ExtraBold"/>
                <a:ea typeface="Barlow ExtraBold"/>
                <a:cs typeface="Barlow ExtraBold"/>
                <a:sym typeface="Barlow ExtraBold"/>
              </a:rPr>
              <a:t>CHAPTER 5</a:t>
            </a:r>
            <a:endParaRPr sz="1200">
              <a:latin typeface="Barlow ExtraBold"/>
              <a:ea typeface="Barlow ExtraBold"/>
              <a:cs typeface="Barlow ExtraBold"/>
              <a:sym typeface="Barlow ExtraBold"/>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noFill/>
      </p:bgPr>
    </p:bg>
    <p:spTree>
      <p:nvGrpSpPr>
        <p:cNvPr id="77" name="Shape 77"/>
        <p:cNvGrpSpPr/>
        <p:nvPr/>
      </p:nvGrpSpPr>
      <p:grpSpPr>
        <a:xfrm>
          <a:off x="0" y="0"/>
          <a:ext cx="0" cy="0"/>
          <a:chOff x="0" y="0"/>
          <a:chExt cx="0" cy="0"/>
        </a:xfrm>
      </p:grpSpPr>
      <p:sp>
        <p:nvSpPr>
          <p:cNvPr id="78" name="Google Shape;78;p16"/>
          <p:cNvSpPr txBox="1"/>
          <p:nvPr/>
        </p:nvSpPr>
        <p:spPr>
          <a:xfrm>
            <a:off x="903000" y="1508100"/>
            <a:ext cx="3680400" cy="10986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sz="3000">
                <a:solidFill>
                  <a:schemeClr val="dk1"/>
                </a:solidFill>
                <a:latin typeface="Barlow ExtraBold"/>
                <a:ea typeface="Barlow ExtraBold"/>
                <a:cs typeface="Barlow ExtraBold"/>
                <a:sym typeface="Barlow ExtraBold"/>
              </a:rPr>
              <a:t>CREATE YOURS ON THE NEXT SLIDE</a:t>
            </a:r>
            <a:endParaRPr sz="3000">
              <a:solidFill>
                <a:schemeClr val="dk1"/>
              </a:solidFill>
              <a:latin typeface="Barlow ExtraBold"/>
              <a:ea typeface="Barlow ExtraBold"/>
              <a:cs typeface="Barlow ExtraBold"/>
              <a:sym typeface="Barlow ExtraBold"/>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noFill/>
      </p:bgPr>
    </p:bg>
    <p:spTree>
      <p:nvGrpSpPr>
        <p:cNvPr id="82" name="Shape 82"/>
        <p:cNvGrpSpPr/>
        <p:nvPr/>
      </p:nvGrpSpPr>
      <p:grpSpPr>
        <a:xfrm>
          <a:off x="0" y="0"/>
          <a:ext cx="0" cy="0"/>
          <a:chOff x="0" y="0"/>
          <a:chExt cx="0" cy="0"/>
        </a:xfrm>
      </p:grpSpPr>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noFill/>
      </p:bgPr>
    </p:bg>
    <p:spTree>
      <p:nvGrpSpPr>
        <p:cNvPr id="86" name="Shape 86"/>
        <p:cNvGrpSpPr/>
        <p:nvPr/>
      </p:nvGrpSpPr>
      <p:grpSpPr>
        <a:xfrm>
          <a:off x="0" y="0"/>
          <a:ext cx="0" cy="0"/>
          <a:chOff x="0" y="0"/>
          <a:chExt cx="0" cy="0"/>
        </a:xfrm>
      </p:grpSpPr>
      <p:sp>
        <p:nvSpPr>
          <p:cNvPr id="87" name="Google Shape;87;p18"/>
          <p:cNvSpPr txBox="1"/>
          <p:nvPr/>
        </p:nvSpPr>
        <p:spPr>
          <a:xfrm>
            <a:off x="541200" y="1776148"/>
            <a:ext cx="4404000" cy="5625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sz="1200">
                <a:latin typeface="Barlow ExtraBold"/>
                <a:ea typeface="Barlow ExtraBold"/>
                <a:cs typeface="Barlow ExtraBold"/>
                <a:sym typeface="Barlow ExtraBold"/>
              </a:rPr>
              <a:t>To export your image (on the previous slide) click on the slide, then File &gt; Download &gt; PNG image (current slide)</a:t>
            </a:r>
            <a:endParaRPr sz="1200">
              <a:latin typeface="Barlow ExtraBold"/>
              <a:ea typeface="Barlow ExtraBold"/>
              <a:cs typeface="Barlow ExtraBold"/>
              <a:sym typeface="Barlow ExtraBold"/>
            </a:endParaRPr>
          </a:p>
        </p:txBody>
      </p:sp>
    </p:spTree>
  </p:cSld>
  <p:clrMapOvr>
    <a:masterClrMapping/>
  </p:clrMapOvr>
</p:sld>
</file>

<file path=ppt/theme/theme1.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FFAB40"/>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