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486400" cx="54864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  <p:embeddedFont>
      <p:font typeface="Barlow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8">
          <p15:clr>
            <a:srgbClr val="A4A3A4"/>
          </p15:clr>
        </p15:guide>
        <p15:guide id="2" pos="1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8" orient="horz"/>
        <p:guide pos="17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Extra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BarlowExtraBold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e2b1d7e8_1_54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5e2b1d7e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7bbe89266_1_111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7bbe8926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a5e2b1d7e8_1_97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a5e2b1d7e8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a5e2b1d7e8_1_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a5e2b1d7e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a7bbe89266_1_0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a7bbe8926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7bbe89266_1_6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7bbe89266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e4ae3a961_0_7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6e4ae3a96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b0375b3421_1_1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b0375b342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7bbe89266_1_11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7bbe89266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" y="794213"/>
            <a:ext cx="5112300" cy="21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" y="3023067"/>
            <a:ext cx="5112300" cy="8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" y="2294240"/>
            <a:ext cx="5112300" cy="8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" y="592640"/>
            <a:ext cx="1684800" cy="80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" y="1482240"/>
            <a:ext cx="1684800" cy="3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" y="480160"/>
            <a:ext cx="3820800" cy="43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" y="-133"/>
            <a:ext cx="2743200" cy="548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" y="1315387"/>
            <a:ext cx="2427000" cy="15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" y="2989947"/>
            <a:ext cx="2427000" cy="13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" y="772347"/>
            <a:ext cx="2302200" cy="39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" y="4512613"/>
            <a:ext cx="3599400" cy="6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" y="1179867"/>
            <a:ext cx="5112300" cy="209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" y="3362373"/>
            <a:ext cx="5112300" cy="13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5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1200" y="2433388"/>
            <a:ext cx="44040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PROCESS 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GRAPHIC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775" y="1942402"/>
            <a:ext cx="934850" cy="5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1200" y="2551803"/>
            <a:ext cx="440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use this template click File &gt; Make a copy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338" y="1056450"/>
            <a:ext cx="2953724" cy="41799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6"/>
          <p:cNvCxnSpPr>
            <a:endCxn id="72" idx="0"/>
          </p:cNvCxnSpPr>
          <p:nvPr/>
        </p:nvCxnSpPr>
        <p:spPr>
          <a:xfrm>
            <a:off x="4047850" y="1863705"/>
            <a:ext cx="11100" cy="31239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6"/>
          <p:cNvCxnSpPr>
            <a:endCxn id="74" idx="0"/>
          </p:cNvCxnSpPr>
          <p:nvPr/>
        </p:nvCxnSpPr>
        <p:spPr>
          <a:xfrm>
            <a:off x="1414888" y="1863705"/>
            <a:ext cx="21900" cy="31239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6"/>
          <p:cNvSpPr/>
          <p:nvPr/>
        </p:nvSpPr>
        <p:spPr>
          <a:xfrm>
            <a:off x="345500" y="8376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The Old Way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2977000" y="8376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" u="sng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</a:t>
            </a: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Way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39275" y="16024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Difficult Step 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970775" y="16024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1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45500" y="21437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2977000" y="268505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2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45500" y="268505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51725" y="322638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8613" y="37677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54838" y="43090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6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88925" y="1208279"/>
            <a:ext cx="20604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Hard Work Way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022525" y="1208279"/>
            <a:ext cx="20604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Easy Way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970775" y="37677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3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54838" y="49876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Result Nobody Wants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977000" y="49876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Desired Result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07575" y="96588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07575" y="173065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07575" y="227198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07575" y="281330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07575" y="335463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107575" y="389595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107575" y="443728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07575" y="511585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5205050" y="170695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5205050" y="942180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5205050" y="278960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205050" y="384855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205050" y="509215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ASSETS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17"/>
          <p:cNvCxnSpPr>
            <a:endCxn id="107" idx="0"/>
          </p:cNvCxnSpPr>
          <p:nvPr/>
        </p:nvCxnSpPr>
        <p:spPr>
          <a:xfrm>
            <a:off x="4047850" y="1863705"/>
            <a:ext cx="11100" cy="312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7"/>
          <p:cNvCxnSpPr>
            <a:endCxn id="109" idx="0"/>
          </p:cNvCxnSpPr>
          <p:nvPr/>
        </p:nvCxnSpPr>
        <p:spPr>
          <a:xfrm>
            <a:off x="1414888" y="1863705"/>
            <a:ext cx="21900" cy="312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7"/>
          <p:cNvSpPr/>
          <p:nvPr/>
        </p:nvSpPr>
        <p:spPr>
          <a:xfrm>
            <a:off x="345500" y="8376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The Old Way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2977000" y="8376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" u="sng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</a:t>
            </a: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Way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39275" y="16024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Difficult Step 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2970775" y="16024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1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45500" y="21437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977000" y="268505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2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45500" y="268505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3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51725" y="322638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4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48613" y="37677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54838" y="4309030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 Step 6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88925" y="1208279"/>
            <a:ext cx="20604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Hard Work Way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3022525" y="1208279"/>
            <a:ext cx="20604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Easy Way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2970775" y="37677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3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54838" y="49876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Result Nobody Wants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2977000" y="4987605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Desired Result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07575" y="96588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107575" y="173065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107575" y="227198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107575" y="281330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107575" y="335463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107575" y="389595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107575" y="4437280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07575" y="5115855"/>
            <a:ext cx="173700" cy="173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205050" y="170695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205050" y="942180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205050" y="278960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205050" y="384855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205050" y="5092155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ExtraBold"/>
                <a:ea typeface="Barlow ExtraBold"/>
                <a:cs typeface="Barlow ExtraBold"/>
                <a:sym typeface="Barlow ExtraBold"/>
              </a:rPr>
              <a:t>ASSETS</a:t>
            </a:r>
            <a:endParaRPr sz="30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18"/>
          <p:cNvCxnSpPr>
            <a:endCxn id="142" idx="0"/>
          </p:cNvCxnSpPr>
          <p:nvPr/>
        </p:nvCxnSpPr>
        <p:spPr>
          <a:xfrm>
            <a:off x="2715550" y="1835867"/>
            <a:ext cx="11100" cy="312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8"/>
          <p:cNvSpPr/>
          <p:nvPr/>
        </p:nvSpPr>
        <p:spPr>
          <a:xfrm>
            <a:off x="1644700" y="809792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" u="sng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</a:t>
            </a: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Way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638475" y="1574567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1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644700" y="2657217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2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1690225" y="1180442"/>
            <a:ext cx="20604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Easy Way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638475" y="3739867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Step 3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644700" y="4959767"/>
            <a:ext cx="2163900" cy="430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Desired Result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872750" y="1679117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3872750" y="914342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3872750" y="2761767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3872750" y="3820717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872750" y="5064317"/>
            <a:ext cx="221100" cy="2211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220425" y="31223"/>
            <a:ext cx="3000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ExtraBold"/>
                <a:ea typeface="Barlow ExtraBold"/>
                <a:cs typeface="Barlow ExtraBold"/>
                <a:sym typeface="Barlow ExtraBold"/>
              </a:rPr>
              <a:t>ASSETS</a:t>
            </a:r>
            <a:endParaRPr sz="30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903000" y="2209500"/>
            <a:ext cx="36804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CREATE YOURS ON THE NEXT SLIDE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541200" y="2368197"/>
            <a:ext cx="4404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export your image (on the previous slide) click on the slide, then File &gt; Download &gt; PNG image (current slide)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