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486400" cx="5486400"/>
  <p:notesSz cx="6858000" cy="9144000"/>
  <p:embeddedFontLst>
    <p:embeddedFont>
      <p:font typeface="Barlow ExtraBold"/>
      <p:bold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28">
          <p15:clr>
            <a:srgbClr val="A4A3A4"/>
          </p15:clr>
        </p15:guide>
        <p15:guide id="2" pos="17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28" orient="horz"/>
        <p:guide pos="17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BarlowExtraBold-boldItalic.fntdata"/><Relationship Id="rId14" Type="http://schemas.openxmlformats.org/officeDocument/2006/relationships/font" Target="fonts/Barlow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5e2b1d7e8_1_54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5e2b1d7e8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088160032_2_0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08816003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a5e2b1d7e8_1_59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a5e2b1d7e8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6e4ae3a961_0_24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6e4ae3a96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b0375b3685_0_53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b0375b368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b0375b3685_0_1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b0375b368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b0375b3685_0_5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b0375b368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b088160032_2_4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b088160032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87025" y="794213"/>
            <a:ext cx="5112300" cy="21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87020" y="3023067"/>
            <a:ext cx="5112300" cy="8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87020" y="2294240"/>
            <a:ext cx="5112300" cy="8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87020" y="474693"/>
            <a:ext cx="51123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87020" y="1229307"/>
            <a:ext cx="5112300" cy="3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87020" y="474693"/>
            <a:ext cx="51123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87020" y="1229307"/>
            <a:ext cx="2400000" cy="3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2899440" y="1229307"/>
            <a:ext cx="2400000" cy="3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87020" y="474693"/>
            <a:ext cx="51123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87020" y="592640"/>
            <a:ext cx="1684800" cy="80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87020" y="1482240"/>
            <a:ext cx="1684800" cy="33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94150" y="480160"/>
            <a:ext cx="3820800" cy="43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743200" y="-133"/>
            <a:ext cx="2743200" cy="548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59300" y="1315387"/>
            <a:ext cx="2427000" cy="158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59300" y="2989947"/>
            <a:ext cx="2427000" cy="13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963700" y="772347"/>
            <a:ext cx="2302200" cy="39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87020" y="4512613"/>
            <a:ext cx="3599400" cy="6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87020" y="1179867"/>
            <a:ext cx="5112300" cy="209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87020" y="3362373"/>
            <a:ext cx="5112300" cy="13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87020" y="474693"/>
            <a:ext cx="51123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87020" y="1229307"/>
            <a:ext cx="5112300" cy="3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51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41200" y="2433200"/>
            <a:ext cx="44040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TESTIMONIAL COLLAGES</a:t>
            </a:r>
            <a:endParaRPr sz="3000">
              <a:solidFill>
                <a:srgbClr val="FFFFFF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775" y="1926090"/>
            <a:ext cx="934850" cy="5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541200" y="2551803"/>
            <a:ext cx="440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ExtraBold"/>
                <a:ea typeface="Barlow ExtraBold"/>
                <a:cs typeface="Barlow ExtraBold"/>
                <a:sym typeface="Barlow ExtraBold"/>
              </a:rPr>
              <a:t>To use this template click File &gt; Make a copy</a:t>
            </a:r>
            <a:endParaRPr sz="12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4300" y="1450038"/>
            <a:ext cx="2383095" cy="342082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1243200" y="124275"/>
            <a:ext cx="30000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EXAMPLE</a:t>
            </a:r>
            <a:endParaRPr sz="3000">
              <a:solidFill>
                <a:schemeClr val="dk1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5047">
            <a:off x="938927" y="3525622"/>
            <a:ext cx="3120868" cy="1645904"/>
          </a:xfrm>
          <a:prstGeom prst="rect">
            <a:avLst/>
          </a:prstGeom>
          <a:noFill/>
          <a:ln cap="flat" cmpd="sng" w="2857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2" name="Google Shape;7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3752">
            <a:off x="1235720" y="1734304"/>
            <a:ext cx="3330258" cy="1829317"/>
          </a:xfrm>
          <a:prstGeom prst="rect">
            <a:avLst/>
          </a:prstGeom>
          <a:noFill/>
          <a:ln cap="flat" cmpd="sng" w="2857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3" name="Google Shape;7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67751">
            <a:off x="1004199" y="1101486"/>
            <a:ext cx="3156249" cy="652802"/>
          </a:xfrm>
          <a:prstGeom prst="rect">
            <a:avLst/>
          </a:prstGeom>
          <a:noFill/>
          <a:ln cap="flat" cmpd="sng" w="2857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4" name="Google Shape;74;p16"/>
          <p:cNvSpPr txBox="1"/>
          <p:nvPr/>
        </p:nvSpPr>
        <p:spPr>
          <a:xfrm>
            <a:off x="1243200" y="124275"/>
            <a:ext cx="30000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EXAMPLE</a:t>
            </a:r>
            <a:endParaRPr sz="3000">
              <a:solidFill>
                <a:schemeClr val="dk1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1243200" y="124275"/>
            <a:ext cx="30000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ASSETS</a:t>
            </a:r>
            <a:endParaRPr sz="3000">
              <a:solidFill>
                <a:schemeClr val="dk1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  <p:cxnSp>
        <p:nvCxnSpPr>
          <p:cNvPr id="80" name="Google Shape;80;p17"/>
          <p:cNvCxnSpPr/>
          <p:nvPr/>
        </p:nvCxnSpPr>
        <p:spPr>
          <a:xfrm rot="10800000">
            <a:off x="3090600" y="2449725"/>
            <a:ext cx="1084200" cy="12327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7"/>
          <p:cNvSpPr/>
          <p:nvPr/>
        </p:nvSpPr>
        <p:spPr>
          <a:xfrm>
            <a:off x="1311600" y="1803975"/>
            <a:ext cx="2118300" cy="488100"/>
          </a:xfrm>
          <a:prstGeom prst="ellipse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903000" y="2209500"/>
            <a:ext cx="3680400" cy="10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CREATE YOURS ON THE NEXT SLIDE</a:t>
            </a:r>
            <a:endParaRPr sz="3000">
              <a:solidFill>
                <a:schemeClr val="dk1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541200" y="2368197"/>
            <a:ext cx="4404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ExtraBold"/>
                <a:ea typeface="Barlow ExtraBold"/>
                <a:cs typeface="Barlow ExtraBold"/>
                <a:sym typeface="Barlow ExtraBold"/>
              </a:rPr>
              <a:t>To export your image (on the previous slide) click on the slide, then File &gt; Download &gt; PNG image (current slide)</a:t>
            </a:r>
            <a:endParaRPr sz="12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