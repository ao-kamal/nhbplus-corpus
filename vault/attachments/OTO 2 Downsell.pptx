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3716000" cx="2438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HelveticaNeue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6231433" y="863203"/>
            <a:ext cx="17439682" cy="11626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Helvetica Neue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8794253" y="3637358"/>
            <a:ext cx="13260587" cy="884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578485" lvl="0" marL="4572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1pPr>
            <a:lvl2pPr indent="-578485" lvl="1" marL="9144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2pPr>
            <a:lvl3pPr indent="-578485" lvl="2" marL="13716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3pPr>
            <a:lvl4pPr indent="-578485" lvl="3" marL="18288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4pPr>
            <a:lvl5pPr indent="-578485" lvl="4" marL="22860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4387453" y="1785937"/>
            <a:ext cx="15609095" cy="10144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0"/>
          <p:cNvSpPr/>
          <p:nvPr>
            <p:ph idx="3" type="pic"/>
          </p:nvPr>
        </p:nvSpPr>
        <p:spPr>
          <a:xfrm>
            <a:off x="12192000" y="1250156"/>
            <a:ext cx="8251032" cy="5500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" name="Google Shape;44;p10"/>
          <p:cNvSpPr/>
          <p:nvPr>
            <p:ph idx="4" type="pic"/>
          </p:nvPr>
        </p:nvSpPr>
        <p:spPr>
          <a:xfrm>
            <a:off x="-291704" y="1250156"/>
            <a:ext cx="16850319" cy="11233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i="1" sz="3200"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Helvetica Neue"/>
              <a:buNone/>
              <a:defRPr sz="4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>
            <p:ph idx="2" type="pic"/>
          </p:nvPr>
        </p:nvSpPr>
        <p:spPr>
          <a:xfrm>
            <a:off x="1712269" y="0"/>
            <a:ext cx="20959464" cy="13983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4"/>
              <a:buFont typeface="Helvetica Neue"/>
              <a:buNone/>
            </a:pPr>
            <a:r>
              <a:rPr lang="en-US" sz="9744"/>
              <a:t>Don’t Want To Commit To the </a:t>
            </a:r>
            <a:r>
              <a:rPr lang="en-US" sz="9744">
                <a:solidFill>
                  <a:srgbClr val="FF00FF"/>
                </a:solidFill>
              </a:rPr>
              <a:t>[OTO 2 PRODUCT]</a:t>
            </a:r>
            <a:br>
              <a:rPr lang="en-US" sz="9744"/>
            </a:br>
            <a:r>
              <a:rPr lang="en-US" sz="9744"/>
              <a:t>a </a:t>
            </a:r>
            <a:r>
              <a:rPr lang="en-US" sz="9744">
                <a:solidFill>
                  <a:srgbClr val="FF00FF"/>
                </a:solidFill>
              </a:rPr>
              <a:t>Year up front</a:t>
            </a:r>
            <a:r>
              <a:rPr lang="en-US" sz="9744"/>
              <a:t>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4"/>
              <a:buFont typeface="Helvetica Neue"/>
              <a:buNone/>
            </a:pPr>
            <a:r>
              <a:rPr lang="en-US" sz="9744"/>
              <a:t>Maybe…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4"/>
              <a:buFont typeface="Helvetica Neue"/>
              <a:buNone/>
            </a:pPr>
            <a:r>
              <a:rPr lang="en-US" sz="9744"/>
              <a:t>You don’t think There’s a lot of value in there for you?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Maybe…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you’re just not sure?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4"/>
              <a:buFont typeface="Helvetica Neue"/>
              <a:buNone/>
            </a:pPr>
            <a:r>
              <a:rPr lang="en-US" sz="9744"/>
              <a:t>Maybe…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4"/>
              <a:buFont typeface="Helvetica Neue"/>
              <a:buNone/>
            </a:pPr>
            <a:r>
              <a:rPr lang="en-US" sz="9744"/>
              <a:t>You wanted to sign up later after you read the book?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Well…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me make it easy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 of the yearly commitment…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can join for only $9.95 / month…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6"/>
              <a:buFont typeface="Helvetica Neue"/>
              <a:buNone/>
            </a:pPr>
            <a:r>
              <a:rPr lang="en-US" sz="8736"/>
              <a:t>That’s it…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6"/>
              <a:buFont typeface="Helvetica Neue"/>
              <a:buNone/>
            </a:pPr>
            <a:r>
              <a:rPr lang="en-US" sz="8736"/>
              <a:t>Full access to the </a:t>
            </a:r>
            <a:r>
              <a:rPr lang="en-US" sz="8736">
                <a:solidFill>
                  <a:srgbClr val="FF00FF"/>
                </a:solidFill>
              </a:rPr>
              <a:t>[OTO 2 PRODUCT]</a:t>
            </a:r>
            <a:r>
              <a:rPr lang="en-US" sz="8736"/>
              <a:t> for $9.95 / month…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obligation to stay long term and…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4"/>
              <a:buFont typeface="Helvetica Neue"/>
              <a:buNone/>
            </a:pPr>
            <a:r>
              <a:rPr lang="en-US" sz="9744"/>
              <a:t>If you’re not happy </a:t>
            </a:r>
            <a:br>
              <a:rPr lang="en-US" sz="9744"/>
            </a:br>
            <a:r>
              <a:rPr lang="en-US" sz="9744"/>
              <a:t>- you can get a full refund of the mastermind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16"/>
              <a:buFont typeface="Helvetica Neue"/>
              <a:buNone/>
            </a:pPr>
            <a:r>
              <a:rPr lang="en-US" sz="10416"/>
              <a:t>You already know the value and what you’re getting…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6"/>
              <a:buFont typeface="Helvetica Neue"/>
              <a:buNone/>
            </a:pPr>
            <a:r>
              <a:rPr lang="en-US" sz="8736"/>
              <a:t>So just hit the button below and you’ll be automatically enrolled in our private slack channel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