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49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250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253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2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56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4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51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25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245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24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44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55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248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43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254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253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51.xml"/>
  <Override ContentType="application/vnd.openxmlformats-officedocument.presentationml.slide+xml" PartName="/ppt/slides/slide245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249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242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244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25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250.xml"/>
  <Override ContentType="application/vnd.openxmlformats-officedocument.presentationml.slide+xml" PartName="/ppt/slides/slide153.xml"/>
  <Override ContentType="application/vnd.openxmlformats-officedocument.presentationml.slide+xml" PartName="/ppt/slides/slide248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243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247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25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40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255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246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252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41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256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  <p:sldId id="486" r:id="rId236"/>
    <p:sldId id="487" r:id="rId237"/>
    <p:sldId id="488" r:id="rId238"/>
    <p:sldId id="489" r:id="rId239"/>
    <p:sldId id="490" r:id="rId240"/>
    <p:sldId id="491" r:id="rId241"/>
    <p:sldId id="492" r:id="rId242"/>
    <p:sldId id="493" r:id="rId243"/>
    <p:sldId id="494" r:id="rId244"/>
    <p:sldId id="495" r:id="rId245"/>
    <p:sldId id="496" r:id="rId246"/>
    <p:sldId id="497" r:id="rId247"/>
    <p:sldId id="498" r:id="rId248"/>
    <p:sldId id="499" r:id="rId249"/>
    <p:sldId id="500" r:id="rId250"/>
    <p:sldId id="501" r:id="rId251"/>
    <p:sldId id="502" r:id="rId252"/>
    <p:sldId id="503" r:id="rId253"/>
    <p:sldId id="504" r:id="rId254"/>
    <p:sldId id="505" r:id="rId255"/>
    <p:sldId id="506" r:id="rId256"/>
    <p:sldId id="507" r:id="rId257"/>
    <p:sldId id="508" r:id="rId258"/>
    <p:sldId id="509" r:id="rId259"/>
    <p:sldId id="510" r:id="rId260"/>
    <p:sldId id="511" r:id="rId261"/>
  </p:sldIdLst>
  <p:sldSz cy="5715000" cx="9144000"/>
  <p:notesSz cx="6858000" cy="9144000"/>
  <p:embeddedFontLst>
    <p:embeddedFont>
      <p:font typeface="Helvetica Neue"/>
      <p:regular r:id="rId262"/>
      <p:bold r:id="rId263"/>
      <p:italic r:id="rId264"/>
      <p:boldItalic r:id="rId265"/>
    </p:embeddedFont>
    <p:embeddedFont>
      <p:font typeface="Helvetica Neue Light"/>
      <p:regular r:id="rId266"/>
      <p:bold r:id="rId267"/>
      <p:italic r:id="rId268"/>
      <p:boldItalic r:id="rId2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269" Type="http://schemas.openxmlformats.org/officeDocument/2006/relationships/font" Target="fonts/HelveticaNeueLight-boldItalic.fntdata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264" Type="http://schemas.openxmlformats.org/officeDocument/2006/relationships/font" Target="fonts/HelveticaNeue-italic.fntdata"/><Relationship Id="rId142" Type="http://schemas.openxmlformats.org/officeDocument/2006/relationships/slide" Target="slides/slide137.xml"/><Relationship Id="rId263" Type="http://schemas.openxmlformats.org/officeDocument/2006/relationships/font" Target="fonts/HelveticaNeue-bold.fntdata"/><Relationship Id="rId141" Type="http://schemas.openxmlformats.org/officeDocument/2006/relationships/slide" Target="slides/slide136.xml"/><Relationship Id="rId262" Type="http://schemas.openxmlformats.org/officeDocument/2006/relationships/font" Target="fonts/HelveticaNeue-regular.fntdata"/><Relationship Id="rId140" Type="http://schemas.openxmlformats.org/officeDocument/2006/relationships/slide" Target="slides/slide135.xml"/><Relationship Id="rId261" Type="http://schemas.openxmlformats.org/officeDocument/2006/relationships/slide" Target="slides/slide256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268" Type="http://schemas.openxmlformats.org/officeDocument/2006/relationships/font" Target="fonts/HelveticaNeueLight-italic.fntdata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267" Type="http://schemas.openxmlformats.org/officeDocument/2006/relationships/font" Target="fonts/HelveticaNeueLight-bold.fntdata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266" Type="http://schemas.openxmlformats.org/officeDocument/2006/relationships/font" Target="fonts/HelveticaNeueLight-regular.fntdata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265" Type="http://schemas.openxmlformats.org/officeDocument/2006/relationships/font" Target="fonts/HelveticaNeue-boldItalic.fntdata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260" Type="http://schemas.openxmlformats.org/officeDocument/2006/relationships/slide" Target="slides/slide255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259" Type="http://schemas.openxmlformats.org/officeDocument/2006/relationships/slide" Target="slides/slide254.xml"/><Relationship Id="rId137" Type="http://schemas.openxmlformats.org/officeDocument/2006/relationships/slide" Target="slides/slide132.xml"/><Relationship Id="rId258" Type="http://schemas.openxmlformats.org/officeDocument/2006/relationships/slide" Target="slides/slide253.xml"/><Relationship Id="rId132" Type="http://schemas.openxmlformats.org/officeDocument/2006/relationships/slide" Target="slides/slide127.xml"/><Relationship Id="rId253" Type="http://schemas.openxmlformats.org/officeDocument/2006/relationships/slide" Target="slides/slide248.xml"/><Relationship Id="rId131" Type="http://schemas.openxmlformats.org/officeDocument/2006/relationships/slide" Target="slides/slide126.xml"/><Relationship Id="rId252" Type="http://schemas.openxmlformats.org/officeDocument/2006/relationships/slide" Target="slides/slide247.xml"/><Relationship Id="rId130" Type="http://schemas.openxmlformats.org/officeDocument/2006/relationships/slide" Target="slides/slide125.xml"/><Relationship Id="rId251" Type="http://schemas.openxmlformats.org/officeDocument/2006/relationships/slide" Target="slides/slide246.xml"/><Relationship Id="rId250" Type="http://schemas.openxmlformats.org/officeDocument/2006/relationships/slide" Target="slides/slide245.xml"/><Relationship Id="rId136" Type="http://schemas.openxmlformats.org/officeDocument/2006/relationships/slide" Target="slides/slide131.xml"/><Relationship Id="rId257" Type="http://schemas.openxmlformats.org/officeDocument/2006/relationships/slide" Target="slides/slide252.xml"/><Relationship Id="rId135" Type="http://schemas.openxmlformats.org/officeDocument/2006/relationships/slide" Target="slides/slide130.xml"/><Relationship Id="rId256" Type="http://schemas.openxmlformats.org/officeDocument/2006/relationships/slide" Target="slides/slide251.xml"/><Relationship Id="rId134" Type="http://schemas.openxmlformats.org/officeDocument/2006/relationships/slide" Target="slides/slide129.xml"/><Relationship Id="rId255" Type="http://schemas.openxmlformats.org/officeDocument/2006/relationships/slide" Target="slides/slide250.xml"/><Relationship Id="rId133" Type="http://schemas.openxmlformats.org/officeDocument/2006/relationships/slide" Target="slides/slide128.xml"/><Relationship Id="rId254" Type="http://schemas.openxmlformats.org/officeDocument/2006/relationships/slide" Target="slides/slide249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228" Type="http://schemas.openxmlformats.org/officeDocument/2006/relationships/slide" Target="slides/slide223.xml"/><Relationship Id="rId106" Type="http://schemas.openxmlformats.org/officeDocument/2006/relationships/slide" Target="slides/slide101.xml"/><Relationship Id="rId227" Type="http://schemas.openxmlformats.org/officeDocument/2006/relationships/slide" Target="slides/slide222.xml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9" Type="http://schemas.openxmlformats.org/officeDocument/2006/relationships/slide" Target="slides/slide224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249" Type="http://schemas.openxmlformats.org/officeDocument/2006/relationships/slide" Target="slides/slide244.xml"/><Relationship Id="rId127" Type="http://schemas.openxmlformats.org/officeDocument/2006/relationships/slide" Target="slides/slide122.xml"/><Relationship Id="rId248" Type="http://schemas.openxmlformats.org/officeDocument/2006/relationships/slide" Target="slides/slide243.xml"/><Relationship Id="rId126" Type="http://schemas.openxmlformats.org/officeDocument/2006/relationships/slide" Target="slides/slide121.xml"/><Relationship Id="rId247" Type="http://schemas.openxmlformats.org/officeDocument/2006/relationships/slide" Target="slides/slide242.xml"/><Relationship Id="rId121" Type="http://schemas.openxmlformats.org/officeDocument/2006/relationships/slide" Target="slides/slide116.xml"/><Relationship Id="rId242" Type="http://schemas.openxmlformats.org/officeDocument/2006/relationships/slide" Target="slides/slide237.xml"/><Relationship Id="rId120" Type="http://schemas.openxmlformats.org/officeDocument/2006/relationships/slide" Target="slides/slide115.xml"/><Relationship Id="rId241" Type="http://schemas.openxmlformats.org/officeDocument/2006/relationships/slide" Target="slides/slide236.xml"/><Relationship Id="rId240" Type="http://schemas.openxmlformats.org/officeDocument/2006/relationships/slide" Target="slides/slide235.xml"/><Relationship Id="rId125" Type="http://schemas.openxmlformats.org/officeDocument/2006/relationships/slide" Target="slides/slide120.xml"/><Relationship Id="rId246" Type="http://schemas.openxmlformats.org/officeDocument/2006/relationships/slide" Target="slides/slide241.xml"/><Relationship Id="rId124" Type="http://schemas.openxmlformats.org/officeDocument/2006/relationships/slide" Target="slides/slide119.xml"/><Relationship Id="rId245" Type="http://schemas.openxmlformats.org/officeDocument/2006/relationships/slide" Target="slides/slide240.xml"/><Relationship Id="rId123" Type="http://schemas.openxmlformats.org/officeDocument/2006/relationships/slide" Target="slides/slide118.xml"/><Relationship Id="rId244" Type="http://schemas.openxmlformats.org/officeDocument/2006/relationships/slide" Target="slides/slide239.xml"/><Relationship Id="rId122" Type="http://schemas.openxmlformats.org/officeDocument/2006/relationships/slide" Target="slides/slide117.xml"/><Relationship Id="rId243" Type="http://schemas.openxmlformats.org/officeDocument/2006/relationships/slide" Target="slides/slide238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239" Type="http://schemas.openxmlformats.org/officeDocument/2006/relationships/slide" Target="slides/slide234.xml"/><Relationship Id="rId117" Type="http://schemas.openxmlformats.org/officeDocument/2006/relationships/slide" Target="slides/slide112.xml"/><Relationship Id="rId238" Type="http://schemas.openxmlformats.org/officeDocument/2006/relationships/slide" Target="slides/slide233.xml"/><Relationship Id="rId116" Type="http://schemas.openxmlformats.org/officeDocument/2006/relationships/slide" Target="slides/slide111.xml"/><Relationship Id="rId237" Type="http://schemas.openxmlformats.org/officeDocument/2006/relationships/slide" Target="slides/slide232.xml"/><Relationship Id="rId115" Type="http://schemas.openxmlformats.org/officeDocument/2006/relationships/slide" Target="slides/slide110.xml"/><Relationship Id="rId236" Type="http://schemas.openxmlformats.org/officeDocument/2006/relationships/slide" Target="slides/slide231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114" Type="http://schemas.openxmlformats.org/officeDocument/2006/relationships/slide" Target="slides/slide109.xml"/><Relationship Id="rId235" Type="http://schemas.openxmlformats.org/officeDocument/2006/relationships/slide" Target="slides/slide230.xml"/><Relationship Id="rId113" Type="http://schemas.openxmlformats.org/officeDocument/2006/relationships/slide" Target="slides/slide108.xml"/><Relationship Id="rId234" Type="http://schemas.openxmlformats.org/officeDocument/2006/relationships/slide" Target="slides/slide229.xml"/><Relationship Id="rId112" Type="http://schemas.openxmlformats.org/officeDocument/2006/relationships/slide" Target="slides/slide107.xml"/><Relationship Id="rId233" Type="http://schemas.openxmlformats.org/officeDocument/2006/relationships/slide" Target="slides/slide228.xml"/><Relationship Id="rId111" Type="http://schemas.openxmlformats.org/officeDocument/2006/relationships/slide" Target="slides/slide106.xml"/><Relationship Id="rId232" Type="http://schemas.openxmlformats.org/officeDocument/2006/relationships/slide" Target="slides/slide227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eef98215d_1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6eef98215d_1_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eef98215d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6eef98215d_1_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af0647d044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af0647d044_2_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6eef98215d_1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6eef98215d_1_1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eef98215d_1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6eef98215d_1_1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eef98215d_1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6eef98215d_1_2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6eef98215d_1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6eef98215d_1_2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eef98215d_1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6eef98215d_1_3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eef98215d_1_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6eef98215d_1_3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eef98215d_1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6eef98215d_1_4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eef98215d_1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6eef98215d_1_4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eef98215d_1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6eef98215d_1_4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eef98215d_1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6eef98215d_1_5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eef98215d_1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6eef98215d_1_5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eef98215d_1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6eef98215d_1_6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6eef98215d_1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6eef98215d_1_6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eef98215d_1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6eef98215d_1_6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eef98215d_1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6eef98215d_1_7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6eef98215d_1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6eef98215d_1_7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eef98215d_1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6eef98215d_1_8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6eef98215d_1_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6eef98215d_1_8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6eef98215d_1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6eef98215d_1_9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eef98215d_1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6eef98215d_1_9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eef98215d_1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6eef98215d_1_10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eef98215d_1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6eef98215d_1_10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6eef98215d_1_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6eef98215d_1_10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eef98215d_1_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6eef98215d_1_11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6eef98215d_1_1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6eef98215d_1_11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eef98215d_1_1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6eef98215d_1_12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eef98215d_1_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6eef98215d_1_12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6eef98215d_1_1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6eef98215d_1_12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eef98215d_1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6eef98215d_1_13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6eef98215d_1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6eef98215d_1_13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6eef98215d_1_1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6eef98215d_1_14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eef98215d_1_1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6eef98215d_1_14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6eef98215d_1_1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6eef98215d_1_14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eef98215d_1_1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6eef98215d_1_15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eef98215d_1_1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6eef98215d_1_15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6eef98215d_1_1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6eef98215d_1_16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eef98215d_1_1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6eef98215d_1_16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6eef98215d_1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6eef98215d_1_16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eef98215d_1_1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6eef98215d_1_17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6eef98215d_1_1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6eef98215d_1_17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6eef98215d_1_1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6eef98215d_1_18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eef98215d_1_1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6eef98215d_1_18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6eef98215d_1_1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6eef98215d_1_18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6eef98215d_1_1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6eef98215d_1_19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eef98215d_1_1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6eef98215d_1_19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6eef98215d_1_2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6eef98215d_1_20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6eef98215d_1_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6eef98215d_1_20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eef98215d_1_2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6eef98215d_1_20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6eef98215d_1_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6eef98215d_1_21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6eef98215d_1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6eef98215d_1_21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eef98215d_1_2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6eef98215d_1_22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6eef98215d_1_2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6eef98215d_1_22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6eef98215d_1_2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6eef98215d_1_22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6eef98215d_1_2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6eef98215d_1_23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6eef98215d_1_2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6eef98215d_1_23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6eef98215d_1_2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6eef98215d_1_24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6eef98215d_1_2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6eef98215d_1_24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6eef98215d_1_2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6eef98215d_1_24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6eef98215d_1_2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6eef98215d_1_25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6eef98215d_1_2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6eef98215d_1_25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6eef98215d_1_2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6eef98215d_1_26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6eef98215d_1_2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6eef98215d_1_26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6eef98215d_1_2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6eef98215d_1_26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6eef98215d_1_2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6eef98215d_1_27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6eef98215d_1_2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6eef98215d_1_27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6eef98215d_1_2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6eef98215d_1_28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6eef98215d_1_2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6eef98215d_1_28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6eef98215d_1_2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6eef98215d_1_28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6eef98215d_1_2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6eef98215d_1_293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6eef98215d_1_2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6eef98215d_1_297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6eef98215d_1_3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6eef98215d_1_301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eef98215d_1_3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6eef98215d_1_305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6eef98215d_1_3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6eef98215d_1_309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6eef98215d_1_3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6eef98215d_1_3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6eef98215d_1_3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6eef98215d_1_32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6eef98215d_1_3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6eef98215d_1_32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6eef98215d_1_3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6eef98215d_1_3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6eef98215d_1_3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6eef98215d_1_3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6eef98215d_1_3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6eef98215d_1_33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eef98215d_1_3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6eef98215d_1_3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6eef98215d_1_3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6eef98215d_1_3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6eef98215d_1_3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6eef98215d_1_3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6eef98215d_1_3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6eef98215d_1_3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6eef98215d_1_3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6eef98215d_1_3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6eef98215d_1_3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6eef98215d_1_3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6eef98215d_1_3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6eef98215d_1_3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6eef98215d_1_3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6eef98215d_1_3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6eef98215d_1_3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6eef98215d_1_3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6eef98215d_1_3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6eef98215d_1_3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6eef98215d_1_3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6eef98215d_1_38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6eef98215d_1_3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6eef98215d_1_38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6eef98215d_1_3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6eef98215d_1_3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6eef98215d_1_3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6eef98215d_1_39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6eef98215d_1_3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6eef98215d_1_39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6eef98215d_1_4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6eef98215d_1_4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6eef98215d_1_4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6eef98215d_1_40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6eef98215d_1_4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6eef98215d_1_41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6eef98215d_1_4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6eef98215d_1_41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6eef98215d_1_4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6eef98215d_1_4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6eef98215d_1_4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6eef98215d_1_42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6eef98215d_1_4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6eef98215d_1_42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6eef98215d_1_4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6eef98215d_1_4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6eef98215d_1_4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6eef98215d_1_4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6eef98215d_1_4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6eef98215d_1_43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6eef98215d_1_4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6eef98215d_1_4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6eef98215d_1_4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6eef98215d_1_4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6eef98215d_1_4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6eef98215d_1_4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6eef98215d_1_4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6eef98215d_1_4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6eef98215d_1_4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6eef98215d_1_4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6eef98215d_1_4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6eef98215d_1_4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6eef98215d_1_4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6eef98215d_1_4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6eef98215d_1_4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6eef98215d_1_4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6eef98215d_1_4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6eef98215d_1_4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6eef98215d_1_4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6eef98215d_1_4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6eef98215d_1_4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6eef98215d_1_48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6eef98215d_1_4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6eef98215d_1_48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6eef98215d_1_4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6eef98215d_1_4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6eef98215d_1_4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6eef98215d_1_49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6eef98215d_1_4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6eef98215d_1_49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6eef98215d_1_5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6eef98215d_1_5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6eef98215d_1_5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6eef98215d_1_50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6eef98215d_1_5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6eef98215d_1_51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6eef98215d_1_5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6eef98215d_1_51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6eef98215d_1_6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6eef98215d_1_6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6eef98215d_1_5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6eef98215d_1_52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6eef98215d_1_5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6eef98215d_1_52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6eef98215d_1_5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6eef98215d_1_5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6eef98215d_1_5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6eef98215d_1_5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6eef98215d_1_5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6eef98215d_1_53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6eef98215d_1_5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6eef98215d_1_5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6eef98215d_1_5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6eef98215d_1_5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6eef98215d_1_5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6eef98215d_1_5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6eef98215d_1_5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6eef98215d_1_5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6eef98215d_1_5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6eef98215d_1_5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6eef98215d_1_5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6eef98215d_1_5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6eef98215d_1_5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6eef98215d_1_5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6eef98215d_1_5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6eef98215d_1_5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6eef98215d_1_5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6eef98215d_1_5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6eef98215d_1_5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6eef98215d_1_5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6eef98215d_1_5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6eef98215d_1_59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6eef98215d_1_6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6eef98215d_1_6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0020088ea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b0020088ea_1_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6eef98215d_1_6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6eef98215d_1_6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af0647d044_2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gaf0647d044_2_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af0647d044_2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af0647d044_2_3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af0647d044_2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af0647d044_2_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6eef98215d_1_6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6eef98215d_1_6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af0647d044_2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af0647d044_2_1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af0647d044_2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af0647d044_2_3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af0647d044_2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af0647d044_2_1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6eef98215d_1_6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6eef98215d_1_6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af0647d044_2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af0647d044_2_2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af0647d044_2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af0647d044_2_2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af0647d044_2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af0647d044_2_2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6eef98215d_1_6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6eef98215d_1_6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af0647d044_2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af0647d044_2_4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af0647d044_2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af0647d044_2_4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af0647d044_2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af0647d044_2_5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6eef98215d_1_9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6eef98215d_1_9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6eef98215d_1_9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6eef98215d_1_90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6eef98215d_1_9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6eef98215d_1_91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6eef98215d_1_9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6eef98215d_1_91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6eef98215d_1_9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6eef98215d_1_9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6eef98215d_1_9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6eef98215d_1_9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6eef98215d_1_9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g6eef98215d_1_9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eef98215d_1_9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g6eef98215d_1_93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6eef98215d_1_9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g6eef98215d_1_9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6eef98215d_1_9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6eef98215d_1_9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6eef98215d_1_9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6eef98215d_1_9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6eef98215d_1_9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6eef98215d_1_9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6eef98215d_1_9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6eef98215d_1_9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6eef98215d_1_9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6eef98215d_1_9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6eef98215d_1_9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6eef98215d_1_9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6eef98215d_1_9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6eef98215d_1_9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6eef98215d_1_9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6eef98215d_1_9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6eef98215d_1_9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6eef98215d_1_9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6eef98215d_1_9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g6eef98215d_1_98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6eef98215d_1_9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6eef98215d_1_98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6eef98215d_1_9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g6eef98215d_1_9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6eef98215d_1_9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6eef98215d_1_99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6eef98215d_1_9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g6eef98215d_1_99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6eef98215d_1_10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6eef98215d_1_10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6eef98215d_1_10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g6eef98215d_1_100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6eef98215d_1_10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g6eef98215d_1_101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6eef98215d_1_10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6eef98215d_1_101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6eef98215d_1_10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g6eef98215d_1_10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6eef98215d_1_10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6eef98215d_1_102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6eef98215d_1_10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6eef98215d_1_102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6eef98215d_1_10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g6eef98215d_1_10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6eef98215d_1_10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g6eef98215d_1_10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6eef98215d_1_10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g6eef98215d_1_10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6eef98215d_1_10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g6eef98215d_1_10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6eef98215d_1_10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6eef98215d_1_10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6eef98215d_1_10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g6eef98215d_1_10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6eef98215d_1_10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6eef98215d_1_10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6eef98215d_1_10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6eef98215d_1_10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6eef98215d_1_10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g6eef98215d_1_10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6eef98215d_1_10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g6eef98215d_1_10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6eef98215d_1_10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g6eef98215d_1_10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6eef98215d_1_10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6eef98215d_1_10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6eef98215d_1_10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g6eef98215d_1_108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6eef98215d_1_10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g6eef98215d_1_10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6eef98215d_1_10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g6eef98215d_1_109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6eef98215d_1_10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6eef98215d_1_109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6eef98215d_1_1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g6eef98215d_1_11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6eef98215d_1_1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g6eef98215d_1_110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6eef98215d_1_11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g6eef98215d_1_111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6eef98215d_1_11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6eef98215d_1_111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6eef98215d_1_11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g6eef98215d_1_11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6eef98215d_1_1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g6eef98215d_1_112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6eef98215d_1_11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g6eef98215d_1_112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6eef98215d_1_11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6eef98215d_1_11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6eef98215d_1_1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g6eef98215d_1_113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6eef98215d_1_11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g6eef98215d_1_113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6eef98215d_1_11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g6eef98215d_1_11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6eef98215d_1_11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g6eef98215d_1_11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6eef98215d_1_11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g6eef98215d_1_11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6eef98215d_1_1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g6eef98215d_1_11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6eef98215d_1_1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g6eef98215d_1_11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6eef98215d_1_11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6eef98215d_1_11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6eef98215d_1_11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g6eef98215d_1_11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6eef98215d_1_11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6eef98215d_1_11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6eef98215d_1_11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g6eef98215d_1_11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6eef98215d_1_11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6eef98215d_1_11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6eef98215d_1_11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g6eef98215d_1_118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6eef98215d_1_11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g6eef98215d_1_118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6eef98215d_1_1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g6eef98215d_1_11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6eef98215d_1_11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g6eef98215d_1_119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6eef98215d_1_11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g6eef98215d_1_119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6eef98215d_1_1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g6eef98215d_1_12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6eef98215d_1_12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g6eef98215d_1_120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6eef98215d_1_12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g6eef98215d_1_121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6eef98215d_1_12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g6eef98215d_1_121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6eef98215d_1_12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g6eef98215d_1_121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6eef98215d_1_12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g6eef98215d_1_122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6eef98215d_1_12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g6eef98215d_1_122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6eef98215d_1_12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g6eef98215d_1_123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6eef98215d_1_12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g6eef98215d_1_123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6eef98215d_1_12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6eef98215d_1_124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6eef98215d_1_1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g6eef98215d_1_124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6eef98215d_1_12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g6eef98215d_1_125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6eef98215d_1_12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g6eef98215d_1_125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6eef98215d_1_12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g6eef98215d_1_125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6eef98215d_1_12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g6eef98215d_1_126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6eef98215d_1_12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g6eef98215d_1_126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6eef98215d_1_12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g6eef98215d_1_127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eef98215d_1_12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g6eef98215d_1_1274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6eef98215d_1_1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g6eef98215d_1_127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6eef98215d_1_12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6eef98215d_1_128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6eef98215d_1_12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g6eef98215d_1_1286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6eef98215d_1_12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g6eef98215d_1_1290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6eef98215d_1_12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g6eef98215d_1_1298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6eef98215d_1_13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g6eef98215d_1_1302:notes"/>
          <p:cNvSpPr/>
          <p:nvPr>
            <p:ph idx="2" type="sldImg"/>
          </p:nvPr>
        </p:nvSpPr>
        <p:spPr>
          <a:xfrm>
            <a:off x="1371600" y="685800"/>
            <a:ext cx="41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812726" y="1890117"/>
            <a:ext cx="55185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4482789" y="5447109"/>
            <a:ext cx="174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1645295" y="148828"/>
            <a:ext cx="58533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1645295" y="1518047"/>
            <a:ext cx="5853300" cy="3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500"/>
            </a:lvl1pPr>
            <a:lvl2pPr indent="-2921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500"/>
            </a:lvl2pPr>
            <a:lvl3pPr indent="-2921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500"/>
            </a:lvl3pPr>
            <a:lvl4pPr indent="-2921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500"/>
            </a:lvl4pPr>
            <a:lvl5pPr indent="-2921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500"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500"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500"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500"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500"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4482789" y="5447109"/>
            <a:ext cx="174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lang="en" sz="3100">
                <a:solidFill>
                  <a:srgbClr val="FF00FF"/>
                </a:solidFill>
              </a:rPr>
              <a:t>CHANGE OUT ALL THE PURPLE TEXT BEFORE RECORDING</a:t>
            </a:r>
            <a:endParaRPr b="1"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[YOUR NAME HERE]</a:t>
            </a:r>
            <a:r>
              <a:rPr lang="en" sz="3100">
                <a:solidFill>
                  <a:srgbClr val="FFFFFF"/>
                </a:solidFill>
              </a:rPr>
              <a:t> here...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3100"/>
              <a:t>I’d like to take a moment here and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personally congratulate you</a:t>
            </a:r>
            <a:r>
              <a:rPr lang="en" sz="3100"/>
              <a:t> on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listening to your gut</a:t>
            </a:r>
            <a:r>
              <a:rPr lang="en" sz="3100"/>
              <a:t>,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doing the smart thing</a:t>
            </a:r>
            <a:r>
              <a:rPr lang="en" sz="3100"/>
              <a:t> and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deciding to invest</a:t>
            </a:r>
            <a:r>
              <a:rPr lang="en" sz="3100"/>
              <a:t> in </a:t>
            </a:r>
            <a:r>
              <a:rPr lang="en" sz="3100">
                <a:solidFill>
                  <a:srgbClr val="FF00FF"/>
                </a:solidFill>
              </a:rPr>
              <a:t>[YOUR PRODUCT THEY JUST BOUGHT]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That decision to invest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has the potential</a:t>
            </a:r>
            <a:r>
              <a:rPr lang="en" sz="3100"/>
              <a:t> to become </a:t>
            </a:r>
            <a:r>
              <a:rPr b="1"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single most important investment</a:t>
            </a:r>
            <a:r>
              <a:rPr lang="en" sz="3100"/>
              <a:t> of your life…</a:t>
            </a:r>
            <a:endParaRPr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1094765" y="1934728"/>
            <a:ext cx="69546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Because it contains information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 powerful that can</a:t>
            </a:r>
            <a:r>
              <a:rPr lang="en" sz="3100"/>
              <a:t> and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change everything</a:t>
            </a:r>
            <a:r>
              <a:rPr lang="en" sz="3100"/>
              <a:t> for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you</a:t>
            </a:r>
            <a:r>
              <a:rPr lang="en" sz="3100"/>
              <a:t> </a:t>
            </a:r>
            <a:r>
              <a:rPr lang="en" sz="3100"/>
              <a:t>and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your future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congratulations…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You Did It :-)</a:t>
            </a:r>
            <a:endParaRPr sz="3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You Just Got Your Hands On </a:t>
            </a:r>
            <a:r>
              <a:rPr lang="en" sz="3100">
                <a:solidFill>
                  <a:srgbClr val="B41600"/>
                </a:solidFill>
              </a:rPr>
              <a:t>A System That Less Than 1%</a:t>
            </a:r>
            <a:r>
              <a:rPr lang="en" sz="3100"/>
              <a:t> Of </a:t>
            </a:r>
            <a:r>
              <a:rPr lang="en" sz="3100">
                <a:solidFill>
                  <a:srgbClr val="FF00FF"/>
                </a:solidFill>
              </a:rPr>
              <a:t>[YOUR AUDIENCE/MARKET HERE]</a:t>
            </a:r>
            <a:r>
              <a:rPr lang="en" sz="3100"/>
              <a:t> Will Ever Know Exists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lang="en" sz="3100"/>
              <a:t>A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system so powerful</a:t>
            </a:r>
            <a:r>
              <a:rPr lang="en" sz="3100"/>
              <a:t> that it’s literally going to give you an </a:t>
            </a:r>
            <a:r>
              <a:rPr b="1" lang="en" sz="3100" u="sng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unfair advantage</a:t>
            </a:r>
            <a:r>
              <a:rPr lang="en" sz="3100"/>
              <a:t>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over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everyone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 in your market</a:t>
            </a:r>
            <a:endParaRPr sz="3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type="title"/>
          </p:nvPr>
        </p:nvSpPr>
        <p:spPr>
          <a:xfrm>
            <a:off x="1086300" y="1882498"/>
            <a:ext cx="6971400" cy="19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This same exact system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is the reason</a:t>
            </a:r>
            <a:r>
              <a:rPr lang="en" sz="3100"/>
              <a:t>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was able to generate over [ADD YOUR RESULT HERE] $700,000</a:t>
            </a:r>
            <a:r>
              <a:rPr lang="en" sz="3100"/>
              <a:t> to date</a:t>
            </a:r>
            <a:endParaRPr sz="3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1102562" y="1959740"/>
            <a:ext cx="69390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100"/>
              <a:t>And that </a:t>
            </a:r>
            <a:r>
              <a:rPr lang="en" sz="3100">
                <a:solidFill>
                  <a:srgbClr val="FF00FF"/>
                </a:solidFill>
              </a:rPr>
              <a:t>number</a:t>
            </a:r>
            <a:r>
              <a:rPr lang="en" sz="3100"/>
              <a:t> is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constantly increasing</a:t>
            </a:r>
            <a:r>
              <a:rPr lang="en" sz="3100"/>
              <a:t> because I actually still </a:t>
            </a:r>
            <a:r>
              <a:rPr lang="en" sz="3100">
                <a:solidFill>
                  <a:srgbClr val="FF00FF"/>
                </a:solidFill>
              </a:rPr>
              <a:t>run a successful agency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931080" y="2326489"/>
            <a:ext cx="7281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while only </a:t>
            </a:r>
            <a:r>
              <a:rPr i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[DESIRED OUTCOME] working 2 hours per week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1059952" y="1836339"/>
            <a:ext cx="70242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3100"/>
              <a:t>And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I did it without having to</a:t>
            </a:r>
            <a:r>
              <a:rPr lang="en" sz="3100">
                <a:solidFill>
                  <a:srgbClr val="FF00FF"/>
                </a:solidFill>
              </a:rPr>
              <a:t>[INSERT THINGS THEY WANT TO AVOID] prospect for leads, do sales calls, create proposals, manually follow up with clients, fulfill services myself or manage and talk to any of our clients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1195752" y="1974429"/>
            <a:ext cx="6752400" cy="1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lang="en" sz="3100"/>
              <a:t>Or </a:t>
            </a:r>
            <a:r>
              <a:rPr b="1" i="1" lang="en" sz="3100">
                <a:latin typeface="Helvetica Neue"/>
                <a:ea typeface="Helvetica Neue"/>
                <a:cs typeface="Helvetica Neue"/>
                <a:sym typeface="Helvetica Neue"/>
              </a:rPr>
              <a:t>ever have to worry</a:t>
            </a:r>
            <a:r>
              <a:rPr lang="en" sz="3100"/>
              <a:t> about </a:t>
            </a:r>
            <a:r>
              <a:rPr lang="en" sz="3100">
                <a:solidFill>
                  <a:srgbClr val="FF00FF"/>
                </a:solidFill>
              </a:rPr>
              <a:t>[WHAT THEY WORRY ABOUT] when and where the next client is going to come from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type="title"/>
          </p:nvPr>
        </p:nvSpPr>
        <p:spPr>
          <a:xfrm>
            <a:off x="1054945" y="2188372"/>
            <a:ext cx="70341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lang="en" sz="3100"/>
              <a:t>I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 Never Have To Think About These Things</a:t>
            </a:r>
            <a:r>
              <a:rPr lang="en" sz="3100"/>
              <a:t> - Because The System Does It All For Me</a:t>
            </a:r>
            <a:endParaRPr sz="3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856815" y="2375806"/>
            <a:ext cx="74304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And Now</a:t>
            </a:r>
            <a:r>
              <a:rPr lang="en" sz="3100"/>
              <a:t> -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It’s Going To Do It All For You…</a:t>
            </a:r>
            <a:endParaRPr sz="3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925560" y="2109282"/>
            <a:ext cx="72930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All you have to do is </a:t>
            </a:r>
            <a:r>
              <a:rPr lang="en" sz="3100" u="sng"/>
              <a:t>implement it</a:t>
            </a:r>
            <a:r>
              <a:rPr lang="en" sz="3100"/>
              <a:t> and </a:t>
            </a: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you’ll be ready to go</a:t>
            </a:r>
            <a:r>
              <a:rPr lang="en" sz="3100"/>
              <a:t> - it’s that easy!</a:t>
            </a:r>
            <a:endParaRPr sz="3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type="title"/>
          </p:nvPr>
        </p:nvSpPr>
        <p:spPr>
          <a:xfrm>
            <a:off x="1010340" y="2050282"/>
            <a:ext cx="7123200" cy="14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100"/>
              <a:t>Now,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that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single decision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 you just made</a:t>
            </a:r>
            <a:r>
              <a:rPr lang="en" sz="3100"/>
              <a:t> - is the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second most important decision</a:t>
            </a:r>
            <a:r>
              <a:rPr lang="en" sz="3100"/>
              <a:t> you’ve made…</a:t>
            </a:r>
            <a:endParaRPr sz="3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1095928" y="2020346"/>
            <a:ext cx="69522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The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Important Decision</a:t>
            </a:r>
            <a:r>
              <a:rPr lang="en" sz="3100"/>
              <a:t> Is Going To Be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Right Here</a:t>
            </a:r>
            <a:r>
              <a:rPr lang="en" sz="3100"/>
              <a:t>,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Right Now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- On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This Very Page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4"/>
          <p:cNvSpPr txBox="1"/>
          <p:nvPr>
            <p:ph type="title"/>
          </p:nvPr>
        </p:nvSpPr>
        <p:spPr>
          <a:xfrm>
            <a:off x="1170694" y="1912028"/>
            <a:ext cx="68025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100"/>
              <a:t>Because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I’m going to give </a:t>
            </a:r>
            <a:b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 a shot</a:t>
            </a:r>
            <a:r>
              <a:rPr lang="en" sz="3100"/>
              <a:t> at </a:t>
            </a:r>
            <a:r>
              <a:rPr lang="en" sz="3100" u="sng"/>
              <a:t>something</a:t>
            </a:r>
            <a:r>
              <a:rPr lang="en" sz="3100"/>
              <a:t> that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was never part of the plan</a:t>
            </a:r>
            <a:endParaRPr sz="3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type="title"/>
          </p:nvPr>
        </p:nvSpPr>
        <p:spPr>
          <a:xfrm>
            <a:off x="977130" y="2198178"/>
            <a:ext cx="71898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that something is..</a:t>
            </a:r>
            <a:endParaRPr sz="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>
            <p:ph type="title"/>
          </p:nvPr>
        </p:nvSpPr>
        <p:spPr>
          <a:xfrm>
            <a:off x="1097127" y="1945282"/>
            <a:ext cx="69498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I’m About To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Give You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My Entire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[WHAT YOU GIVE THEM] Agency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That’s right…</a:t>
            </a:r>
            <a:endParaRPr sz="3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8"/>
          <p:cNvSpPr txBox="1"/>
          <p:nvPr>
            <p:ph type="title"/>
          </p:nvPr>
        </p:nvSpPr>
        <p:spPr>
          <a:xfrm>
            <a:off x="1353768" y="1892184"/>
            <a:ext cx="6436500" cy="19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Not just TELL you about how the system works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-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which I did in the book</a:t>
            </a:r>
            <a:endParaRPr sz="3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1260848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I’m Talking About Giving You</a:t>
            </a:r>
            <a:r>
              <a:rPr lang="en" sz="3100"/>
              <a:t> All of Our </a:t>
            </a:r>
            <a:r>
              <a:rPr lang="en" sz="3100">
                <a:solidFill>
                  <a:srgbClr val="FF00FF"/>
                </a:solidFill>
              </a:rPr>
              <a:t>[WHAT THEY’RE GONNA GET]</a:t>
            </a:r>
            <a:endParaRPr sz="3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0"/>
          <p:cNvSpPr txBox="1"/>
          <p:nvPr>
            <p:ph type="title"/>
          </p:nvPr>
        </p:nvSpPr>
        <p:spPr>
          <a:xfrm>
            <a:off x="932684" y="1985378"/>
            <a:ext cx="72786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Plus all of the training to go with it</a:t>
            </a:r>
            <a:r>
              <a:rPr lang="en" sz="3100"/>
              <a:t>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to show you how to</a:t>
            </a:r>
            <a:r>
              <a:rPr lang="en" sz="3100"/>
              <a:t> implement it </a:t>
            </a:r>
            <a:br>
              <a:rPr lang="en" sz="3100"/>
            </a:br>
            <a:r>
              <a:rPr lang="en" sz="3100">
                <a:solidFill>
                  <a:srgbClr val="FF00FF"/>
                </a:solidFill>
              </a:rPr>
              <a:t>in your own agency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 txBox="1"/>
          <p:nvPr>
            <p:ph type="title"/>
          </p:nvPr>
        </p:nvSpPr>
        <p:spPr>
          <a:xfrm>
            <a:off x="884369" y="2032083"/>
            <a:ext cx="73752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Basically</a:t>
            </a:r>
            <a:r>
              <a:rPr lang="en" sz="3100"/>
              <a:t>,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everything else</a:t>
            </a:r>
            <a:r>
              <a:rPr lang="en" sz="3100"/>
              <a:t> I couldn’t possibly fit into an ebook…</a:t>
            </a:r>
            <a:endParaRPr sz="3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/>
          <p:nvPr>
            <p:ph type="title"/>
          </p:nvPr>
        </p:nvSpPr>
        <p:spPr>
          <a:xfrm>
            <a:off x="957031" y="2183883"/>
            <a:ext cx="72300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100"/>
              <a:t>I never planned on doing this </a:t>
            </a:r>
            <a:br>
              <a:rPr lang="en" sz="3100"/>
            </a:br>
            <a:r>
              <a:rPr lang="en" sz="3100"/>
              <a:t>- the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thought of it even freaked</a:t>
            </a:r>
            <a:r>
              <a:rPr lang="en" sz="3100"/>
              <a:t> me out…</a:t>
            </a:r>
            <a:endParaRPr sz="3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1137803" y="1947091"/>
            <a:ext cx="6868500" cy="18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4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Because I have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$200,000+ </a:t>
            </a:r>
            <a:b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year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the line if I do this </a:t>
            </a:r>
            <a:br>
              <a:rPr lang="en" sz="3100"/>
            </a:br>
            <a:r>
              <a:rPr lang="en" sz="3100"/>
              <a:t>- yet here it is and here I am…</a:t>
            </a:r>
            <a:endParaRPr sz="3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You see…</a:t>
            </a:r>
            <a:endParaRPr sz="3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5"/>
          <p:cNvSpPr txBox="1"/>
          <p:nvPr>
            <p:ph type="title"/>
          </p:nvPr>
        </p:nvSpPr>
        <p:spPr>
          <a:xfrm>
            <a:off x="671281" y="2145842"/>
            <a:ext cx="78015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When I decided to </a:t>
            </a:r>
            <a:r>
              <a:rPr lang="en" sz="3100">
                <a:solidFill>
                  <a:srgbClr val="FF00FF"/>
                </a:solidFill>
              </a:rPr>
              <a:t>write the 2 Hour Agency</a:t>
            </a:r>
            <a:r>
              <a:rPr lang="en" sz="3100"/>
              <a:t> book -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I wanted to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create something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 that </a:t>
            </a:r>
            <a:b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has never been created…</a:t>
            </a:r>
            <a:endParaRPr sz="3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Something so powerful that it would be a total game changer…</a:t>
            </a:r>
            <a:endParaRPr sz="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/>
          <p:cNvSpPr txBox="1"/>
          <p:nvPr>
            <p:ph type="title"/>
          </p:nvPr>
        </p:nvSpPr>
        <p:spPr>
          <a:xfrm>
            <a:off x="825907" y="1890117"/>
            <a:ext cx="74922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Something no other </a:t>
            </a:r>
            <a:r>
              <a:rPr lang="en" sz="3700">
                <a:solidFill>
                  <a:srgbClr val="FF00FF"/>
                </a:solidFill>
              </a:rPr>
              <a:t>business</a:t>
            </a:r>
            <a:r>
              <a:rPr lang="en" sz="3700"/>
              <a:t> teacher has the courage to do…</a:t>
            </a:r>
            <a:endParaRPr sz="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/>
          <p:nvPr>
            <p:ph type="title"/>
          </p:nvPr>
        </p:nvSpPr>
        <p:spPr>
          <a:xfrm>
            <a:off x="846007" y="1987853"/>
            <a:ext cx="74520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Put It All On The Line</a:t>
            </a:r>
            <a:r>
              <a:rPr lang="en" sz="3100"/>
              <a:t>,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Show You How It Really Works</a:t>
            </a:r>
            <a:r>
              <a:rPr lang="en" sz="3100"/>
              <a:t> And Sit Back And Enjoy All Of The Success Stories That Come Out Of It…</a:t>
            </a:r>
            <a:endParaRPr sz="3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type="title"/>
          </p:nvPr>
        </p:nvSpPr>
        <p:spPr>
          <a:xfrm>
            <a:off x="893207" y="1928404"/>
            <a:ext cx="7357500" cy="18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lang="en" sz="3100"/>
              <a:t>And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that’s exactly what happened</a:t>
            </a:r>
            <a:r>
              <a:rPr lang="en" sz="3100"/>
              <a:t> - people started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implementing the information</a:t>
            </a:r>
            <a:r>
              <a:rPr lang="en" sz="3100"/>
              <a:t> in the book and started getting results…</a:t>
            </a:r>
            <a:endParaRPr sz="3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(insert results of people from </a:t>
            </a:r>
            <a:r>
              <a:rPr lang="en" sz="42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</a:t>
            </a: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group)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1"/>
          <p:cNvSpPr txBox="1"/>
          <p:nvPr>
            <p:ph type="title"/>
          </p:nvPr>
        </p:nvSpPr>
        <p:spPr>
          <a:xfrm>
            <a:off x="1011099" y="2096810"/>
            <a:ext cx="7121700" cy="15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</a:pPr>
            <a:r>
              <a:rPr lang="en" sz="3100"/>
              <a:t>with the </a:t>
            </a:r>
            <a:r>
              <a:rPr lang="en" sz="3100">
                <a:solidFill>
                  <a:srgbClr val="FF00FF"/>
                </a:solidFill>
              </a:rPr>
              <a:t>[YOUR PRODUCT THEY JUST BOUGHT]</a:t>
            </a:r>
            <a:r>
              <a:rPr lang="en" sz="3100"/>
              <a:t>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- we accomplished that…</a:t>
            </a:r>
            <a:endParaRPr sz="3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2"/>
          <p:cNvSpPr txBox="1"/>
          <p:nvPr>
            <p:ph type="title"/>
          </p:nvPr>
        </p:nvSpPr>
        <p:spPr>
          <a:xfrm>
            <a:off x="935389" y="2072791"/>
            <a:ext cx="72732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And I know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a shadow of DOUBT</a:t>
            </a:r>
            <a:r>
              <a:rPr lang="en" sz="3100"/>
              <a:t> that the next several weeks are going to be a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complete game changer for you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3"/>
          <p:cNvSpPr txBox="1"/>
          <p:nvPr>
            <p:ph type="title"/>
          </p:nvPr>
        </p:nvSpPr>
        <p:spPr>
          <a:xfrm>
            <a:off x="788915" y="2073798"/>
            <a:ext cx="75663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Once You Start Reading The Book </a:t>
            </a:r>
            <a:br>
              <a:rPr lang="en" sz="3100"/>
            </a:br>
            <a:r>
              <a:rPr lang="en" sz="3100"/>
              <a:t>And Implementing The </a:t>
            </a:r>
            <a:r>
              <a:rPr lang="en" sz="3100">
                <a:solidFill>
                  <a:srgbClr val="FF00FF"/>
                </a:solidFill>
              </a:rPr>
              <a:t>[YOUR PRODUCT NAME]</a:t>
            </a:r>
            <a:r>
              <a:rPr lang="en" sz="3100"/>
              <a:t> System - </a:t>
            </a:r>
            <a:br>
              <a:rPr lang="en" sz="3100"/>
            </a:br>
            <a:r>
              <a:rPr b="1" i="1" lang="en" sz="3100">
                <a:latin typeface="Helvetica Neue"/>
                <a:ea typeface="Helvetica Neue"/>
                <a:cs typeface="Helvetica Neue"/>
                <a:sym typeface="Helvetica Neue"/>
              </a:rPr>
              <a:t>Everything Is Going To Change For You…</a:t>
            </a:r>
            <a:r>
              <a:rPr lang="en" sz="3100"/>
              <a:t> </a:t>
            </a:r>
            <a:endParaRPr sz="3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</a:pPr>
            <a:r>
              <a:rPr b="1" lang="en" sz="4100">
                <a:latin typeface="Helvetica Neue"/>
                <a:ea typeface="Helvetica Neue"/>
                <a:cs typeface="Helvetica Neue"/>
                <a:sym typeface="Helvetica Neue"/>
              </a:rPr>
              <a:t>You’re going to </a:t>
            </a:r>
            <a:r>
              <a:rPr b="1" lang="en" sz="4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[FEATURE #1]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5"/>
          <p:cNvSpPr txBox="1"/>
          <p:nvPr>
            <p:ph type="title"/>
          </p:nvPr>
        </p:nvSpPr>
        <p:spPr>
          <a:xfrm>
            <a:off x="952086" y="2076722"/>
            <a:ext cx="7239900" cy="15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Which is going to </a:t>
            </a:r>
            <a:r>
              <a:rPr lang="en" sz="3100">
                <a:solidFill>
                  <a:srgbClr val="FF00FF"/>
                </a:solidFill>
              </a:rPr>
              <a:t>[BENEFIT 1]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 txBox="1"/>
          <p:nvPr>
            <p:ph type="title"/>
          </p:nvPr>
        </p:nvSpPr>
        <p:spPr>
          <a:xfrm>
            <a:off x="1014856" y="1983215"/>
            <a:ext cx="71142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600"/>
              <a:t>Which means that you’re going to get </a:t>
            </a:r>
            <a:r>
              <a:rPr lang="en" sz="3600">
                <a:solidFill>
                  <a:srgbClr val="FF00FF"/>
                </a:solidFill>
              </a:rPr>
              <a:t>[BENEFIT] </a:t>
            </a:r>
            <a:r>
              <a:rPr lang="en" sz="3600"/>
              <a:t>easier than ever…</a:t>
            </a:r>
            <a:endParaRPr sz="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7"/>
          <p:cNvSpPr txBox="1"/>
          <p:nvPr>
            <p:ph type="title"/>
          </p:nvPr>
        </p:nvSpPr>
        <p:spPr>
          <a:xfrm>
            <a:off x="1234004" y="1943582"/>
            <a:ext cx="6675900" cy="18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100"/>
              <a:t>You’re going to have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[FEATURE 2]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8"/>
          <p:cNvSpPr txBox="1"/>
          <p:nvPr>
            <p:ph type="title"/>
          </p:nvPr>
        </p:nvSpPr>
        <p:spPr>
          <a:xfrm>
            <a:off x="1143361" y="2024685"/>
            <a:ext cx="6857400" cy="16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And you’re going to have </a:t>
            </a:r>
            <a:r>
              <a:rPr lang="en" sz="3100">
                <a:solidFill>
                  <a:srgbClr val="FF00FF"/>
                </a:solidFill>
              </a:rPr>
              <a:t>[FEATURE 3]</a:t>
            </a:r>
            <a:r>
              <a:rPr lang="en" sz="3100"/>
              <a:t> </a:t>
            </a:r>
            <a:endParaRPr sz="3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9"/>
          <p:cNvSpPr txBox="1"/>
          <p:nvPr>
            <p:ph type="title"/>
          </p:nvPr>
        </p:nvSpPr>
        <p:spPr>
          <a:xfrm>
            <a:off x="1047221" y="2040312"/>
            <a:ext cx="7049700" cy="16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You’re going to go from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[SAD POINT A]</a:t>
            </a:r>
            <a:r>
              <a:rPr lang="en" sz="3100"/>
              <a:t>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[AMAZING POINT B]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0"/>
          <p:cNvSpPr txBox="1"/>
          <p:nvPr>
            <p:ph type="title"/>
          </p:nvPr>
        </p:nvSpPr>
        <p:spPr>
          <a:xfrm>
            <a:off x="1112747" y="1884119"/>
            <a:ext cx="69186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100"/>
              <a:t>And that’s when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everything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is going to change for you... </a:t>
            </a:r>
            <a:endParaRPr sz="3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But, Then I Thought…</a:t>
            </a:r>
            <a:endParaRPr sz="3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It?</a:t>
            </a:r>
            <a:endParaRPr sz="31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lang="en" sz="3100" u="sng"/>
              <a:t>What If None Of That</a:t>
            </a:r>
            <a:r>
              <a:rPr lang="en" sz="3100">
                <a:solidFill>
                  <a:srgbClr val="B41600"/>
                </a:solidFill>
              </a:rPr>
              <a:t> Happens For You?</a:t>
            </a:r>
            <a:endParaRPr sz="3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4"/>
          <p:cNvSpPr txBox="1"/>
          <p:nvPr>
            <p:ph type="title"/>
          </p:nvPr>
        </p:nvSpPr>
        <p:spPr>
          <a:xfrm>
            <a:off x="1015101" y="2026752"/>
            <a:ext cx="71139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100"/>
              <a:t>What if you read the book, </a:t>
            </a:r>
            <a:br>
              <a:rPr lang="en" sz="3100"/>
            </a:br>
            <a:r>
              <a:rPr lang="en" sz="3100"/>
              <a:t>get inspired and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do nothing about it</a:t>
            </a:r>
            <a:r>
              <a:rPr lang="en" sz="3100"/>
              <a:t>?</a:t>
            </a:r>
            <a:endParaRPr sz="3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5"/>
          <p:cNvSpPr txBox="1"/>
          <p:nvPr>
            <p:ph type="title"/>
          </p:nvPr>
        </p:nvSpPr>
        <p:spPr>
          <a:xfrm>
            <a:off x="1139346" y="1986711"/>
            <a:ext cx="68652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That’s exactly what I found </a:t>
            </a:r>
            <a:br>
              <a:rPr lang="en" sz="3100"/>
            </a:b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some of our members</a:t>
            </a:r>
            <a:r>
              <a:rPr lang="en" sz="3100"/>
              <a:t> are doing…</a:t>
            </a:r>
            <a:endParaRPr sz="3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6"/>
          <p:cNvSpPr txBox="1"/>
          <p:nvPr>
            <p:ph type="title"/>
          </p:nvPr>
        </p:nvSpPr>
        <p:spPr>
          <a:xfrm>
            <a:off x="1058165" y="1848566"/>
            <a:ext cx="70278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If you decide not to implement </a:t>
            </a:r>
            <a:r>
              <a:rPr lang="en" sz="3100"/>
              <a:t>everything in the book because,  </a:t>
            </a:r>
            <a:br>
              <a:rPr lang="en" sz="3100"/>
            </a:br>
            <a:r>
              <a:rPr lang="en" sz="3100"/>
              <a:t>“</a:t>
            </a: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I’m too busy</a:t>
            </a:r>
            <a:r>
              <a:rPr lang="en" sz="3100"/>
              <a:t>”,  “</a:t>
            </a: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don’t have time</a:t>
            </a:r>
            <a:r>
              <a:rPr lang="en" sz="3100"/>
              <a:t>” or </a:t>
            </a:r>
            <a:br>
              <a:rPr lang="en" sz="3100"/>
            </a:br>
            <a:r>
              <a:rPr lang="en" sz="3100"/>
              <a:t>“</a:t>
            </a: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have better things to do</a:t>
            </a:r>
            <a:r>
              <a:rPr lang="en" sz="3100"/>
              <a:t>”...  </a:t>
            </a:r>
            <a:endParaRPr sz="3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7"/>
          <p:cNvSpPr txBox="1"/>
          <p:nvPr>
            <p:ph type="title"/>
          </p:nvPr>
        </p:nvSpPr>
        <p:spPr>
          <a:xfrm>
            <a:off x="936870" y="2305897"/>
            <a:ext cx="72702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lang="en" sz="3100" u="sng"/>
              <a:t>whatever the reason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 might be </a:t>
            </a:r>
            <a:endParaRPr sz="3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8"/>
          <p:cNvSpPr txBox="1"/>
          <p:nvPr>
            <p:ph type="title"/>
          </p:nvPr>
        </p:nvSpPr>
        <p:spPr>
          <a:xfrm>
            <a:off x="794595" y="2316153"/>
            <a:ext cx="7554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i="1" lang="en" sz="3200">
                <a:latin typeface="Helvetica Neue"/>
                <a:ea typeface="Helvetica Neue"/>
                <a:cs typeface="Helvetica Neue"/>
                <a:sym typeface="Helvetica Neue"/>
              </a:rPr>
              <a:t>If you decide not to put it into practice</a:t>
            </a:r>
            <a:endParaRPr sz="5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All the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hopes you had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go up in smoke</a:t>
            </a:r>
            <a:endParaRPr sz="3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And Unfortunately…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This Happens All Too Often</a:t>
            </a:r>
            <a:endParaRPr sz="31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1"/>
          <p:cNvSpPr txBox="1"/>
          <p:nvPr>
            <p:ph type="title"/>
          </p:nvPr>
        </p:nvSpPr>
        <p:spPr>
          <a:xfrm>
            <a:off x="733525" y="2151840"/>
            <a:ext cx="7677000" cy="1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In fact… </a:t>
            </a:r>
            <a:br>
              <a:rPr lang="en" sz="3100"/>
            </a:br>
            <a:r>
              <a:rPr lang="en" sz="3100"/>
              <a:t>It happens </a:t>
            </a:r>
            <a:r>
              <a:rPr lang="en" sz="3100">
                <a:solidFill>
                  <a:srgbClr val="B41600"/>
                </a:solidFill>
              </a:rPr>
              <a:t>about 75% of the time</a:t>
            </a:r>
            <a:r>
              <a:rPr lang="en" sz="3100"/>
              <a:t>, if not more </a:t>
            </a:r>
            <a:endParaRPr sz="31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2"/>
          <p:cNvSpPr txBox="1"/>
          <p:nvPr>
            <p:ph type="title"/>
          </p:nvPr>
        </p:nvSpPr>
        <p:spPr>
          <a:xfrm>
            <a:off x="1141439" y="1939475"/>
            <a:ext cx="68610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26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Not opening a product that you ordered</a:t>
            </a:r>
            <a:r>
              <a:rPr lang="en" sz="3100"/>
              <a:t>, or </a:t>
            </a:r>
            <a:r>
              <a:rPr lang="en" sz="3100">
                <a:solidFill>
                  <a:srgbClr val="B41600"/>
                </a:solidFill>
              </a:rPr>
              <a:t>opening a product and not acting on it</a:t>
            </a:r>
            <a:r>
              <a:rPr lang="en" sz="3100"/>
              <a:t>,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is a very real possibility for you</a:t>
            </a:r>
            <a:r>
              <a:rPr lang="en" sz="3100"/>
              <a:t>.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 very real threat to your success</a:t>
            </a:r>
            <a:endParaRPr sz="31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And if it happens... </a:t>
            </a:r>
            <a:endParaRPr sz="31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4"/>
          <p:cNvSpPr txBox="1"/>
          <p:nvPr>
            <p:ph type="title"/>
          </p:nvPr>
        </p:nvSpPr>
        <p:spPr>
          <a:xfrm>
            <a:off x="1058201" y="2052567"/>
            <a:ext cx="7027500" cy="16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t/>
            </a:r>
            <a:endParaRPr b="1"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b="1" lang="en" sz="2900">
                <a:latin typeface="Helvetica Neue"/>
                <a:ea typeface="Helvetica Neue"/>
                <a:cs typeface="Helvetica Neue"/>
                <a:sym typeface="Helvetica Neue"/>
              </a:rPr>
              <a:t>Your dream will only remain a dream...</a:t>
            </a:r>
            <a:endParaRPr sz="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5"/>
          <p:cNvSpPr txBox="1"/>
          <p:nvPr>
            <p:ph type="title"/>
          </p:nvPr>
        </p:nvSpPr>
        <p:spPr>
          <a:xfrm>
            <a:off x="1125966" y="1930335"/>
            <a:ext cx="68922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26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Will Continue To Struggle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[INSERT STRUGGLES]</a:t>
            </a:r>
            <a:r>
              <a:rPr lang="en" sz="3100"/>
              <a:t>, And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You Will Continue Being </a:t>
            </a:r>
            <a:b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[THING THEY DONT WANT TO BE]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6"/>
          <p:cNvSpPr txBox="1"/>
          <p:nvPr>
            <p:ph type="title"/>
          </p:nvPr>
        </p:nvSpPr>
        <p:spPr>
          <a:xfrm>
            <a:off x="987719" y="2051601"/>
            <a:ext cx="71685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Most people sell a product.</a:t>
            </a:r>
            <a:r>
              <a:rPr lang="en" sz="3100"/>
              <a:t> </a:t>
            </a: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if 10% take action they’re lucky.</a:t>
            </a:r>
            <a:r>
              <a:rPr lang="en" sz="3100"/>
              <a:t> They get testimonials from those 10% (</a:t>
            </a:r>
            <a:r>
              <a:rPr lang="en" sz="3100" u="sng"/>
              <a:t>if the product is good</a:t>
            </a:r>
            <a:r>
              <a:rPr lang="en" sz="3100"/>
              <a:t>)</a:t>
            </a:r>
            <a:endParaRPr sz="3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7"/>
          <p:cNvSpPr txBox="1"/>
          <p:nvPr>
            <p:ph type="title"/>
          </p:nvPr>
        </p:nvSpPr>
        <p:spPr>
          <a:xfrm>
            <a:off x="997524" y="1979760"/>
            <a:ext cx="71490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What about the other 90%?</a:t>
            </a:r>
            <a:endParaRPr sz="31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700"/>
              <a:buFont typeface="Helvetica Neue"/>
              <a:buNone/>
            </a:pPr>
            <a:r>
              <a:rPr b="1" lang="en" sz="37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Forgotten?</a:t>
            </a:r>
            <a:endParaRPr sz="5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I don’t want to leave the 90% left behind</a:t>
            </a:r>
            <a:endParaRPr sz="3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0"/>
          <p:cNvSpPr txBox="1"/>
          <p:nvPr>
            <p:ph type="title"/>
          </p:nvPr>
        </p:nvSpPr>
        <p:spPr>
          <a:xfrm>
            <a:off x="890122" y="2168419"/>
            <a:ext cx="73638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fact, that concerns me… </a:t>
            </a:r>
            <a:endParaRPr sz="5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27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Because here at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COMPANY]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HQ</a:t>
            </a:r>
            <a:r>
              <a:rPr lang="en" sz="3100"/>
              <a:t>, </a:t>
            </a:r>
            <a:br>
              <a:rPr lang="en" sz="3100"/>
            </a:br>
            <a:r>
              <a:rPr lang="en" sz="3100"/>
              <a:t>we want to get testimonials from as much as 90%of the people who buy our products…</a:t>
            </a:r>
            <a:endParaRPr sz="31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want to get almost everyone to take action</a:t>
            </a:r>
            <a:r>
              <a:rPr lang="en" sz="3100"/>
              <a:t>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and you’re about to see why...</a:t>
            </a:r>
            <a:endParaRPr sz="3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3"/>
          <p:cNvSpPr txBox="1"/>
          <p:nvPr>
            <p:ph type="title"/>
          </p:nvPr>
        </p:nvSpPr>
        <p:spPr>
          <a:xfrm>
            <a:off x="985271" y="2082597"/>
            <a:ext cx="7173600" cy="15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1" lang="en" sz="3100">
                <a:latin typeface="Helvetica Neue"/>
                <a:ea typeface="Helvetica Neue"/>
                <a:cs typeface="Helvetica Neue"/>
                <a:sym typeface="Helvetica Neue"/>
              </a:rPr>
              <a:t>I Faced This Problem… </a:t>
            </a:r>
            <a:br>
              <a:rPr lang="en" sz="3100"/>
            </a:br>
            <a:r>
              <a:rPr lang="en" sz="3100"/>
              <a:t>Like </a:t>
            </a:r>
            <a:r>
              <a:rPr lang="en" sz="3100" u="sng"/>
              <a:t>Every Other </a:t>
            </a:r>
            <a:r>
              <a:rPr lang="en" sz="3100" u="sng">
                <a:solidFill>
                  <a:srgbClr val="FF00FF"/>
                </a:solidFill>
              </a:rPr>
              <a:t>Course Creator</a:t>
            </a:r>
            <a:r>
              <a:rPr lang="en" sz="3100" u="sng"/>
              <a:t> Does</a:t>
            </a:r>
            <a:r>
              <a:rPr lang="en" sz="3100"/>
              <a:t>, When I First Started Selling </a:t>
            </a:r>
            <a:r>
              <a:rPr lang="en" sz="3100">
                <a:solidFill>
                  <a:srgbClr val="FF00FF"/>
                </a:solidFill>
              </a:rPr>
              <a:t>[YOUR PRODUCT NAME]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4"/>
          <p:cNvSpPr txBox="1"/>
          <p:nvPr>
            <p:ph type="title"/>
          </p:nvPr>
        </p:nvSpPr>
        <p:spPr>
          <a:xfrm>
            <a:off x="1069781" y="2101190"/>
            <a:ext cx="70044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75% just weren’t using the product and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therefore not getting results</a:t>
            </a:r>
            <a:endParaRPr sz="31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5"/>
          <p:cNvSpPr txBox="1"/>
          <p:nvPr>
            <p:ph type="title"/>
          </p:nvPr>
        </p:nvSpPr>
        <p:spPr>
          <a:xfrm>
            <a:off x="874136" y="1890117"/>
            <a:ext cx="73956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said to myself… </a:t>
            </a:r>
            <a:br>
              <a:rPr lang="en" sz="3100"/>
            </a:b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I’m not going to let that happen</a:t>
            </a:r>
            <a:endParaRPr sz="31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don’t know how…</a:t>
            </a:r>
            <a:endParaRPr sz="5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But it’s </a:t>
            </a:r>
            <a:r>
              <a:rPr lang="en" sz="3100" u="sng"/>
              <a:t>not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going to happen to our customers </a:t>
            </a:r>
            <a:endParaRPr sz="31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8"/>
          <p:cNvSpPr txBox="1"/>
          <p:nvPr>
            <p:ph type="title"/>
          </p:nvPr>
        </p:nvSpPr>
        <p:spPr>
          <a:xfrm>
            <a:off x="1022874" y="2158504"/>
            <a:ext cx="70983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let me tell you the story</a:t>
            </a:r>
            <a:endParaRPr sz="5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9"/>
          <p:cNvSpPr txBox="1"/>
          <p:nvPr>
            <p:ph type="title"/>
          </p:nvPr>
        </p:nvSpPr>
        <p:spPr>
          <a:xfrm>
            <a:off x="1008198" y="2091112"/>
            <a:ext cx="7127700" cy="15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2900"/>
              <a:t>I Needed To Find Out Why People Weren’t Cracking Open The Book And Killing It - So I Took A Survey... </a:t>
            </a:r>
            <a:endParaRPr sz="5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0"/>
          <p:cNvSpPr txBox="1"/>
          <p:nvPr>
            <p:ph type="title"/>
          </p:nvPr>
        </p:nvSpPr>
        <p:spPr>
          <a:xfrm>
            <a:off x="1645295" y="148828"/>
            <a:ext cx="58533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I gave them four options: </a:t>
            </a:r>
            <a:endParaRPr sz="500"/>
          </a:p>
        </p:txBody>
      </p:sp>
      <p:sp>
        <p:nvSpPr>
          <p:cNvPr id="437" name="Google Shape;437;p90"/>
          <p:cNvSpPr txBox="1"/>
          <p:nvPr>
            <p:ph idx="1" type="body"/>
          </p:nvPr>
        </p:nvSpPr>
        <p:spPr>
          <a:xfrm>
            <a:off x="1645295" y="1518047"/>
            <a:ext cx="5853300" cy="3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-336550" lvl="0" marL="330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AutoNum type="arabicPeriod"/>
            </a:pP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book seemed too long</a:t>
            </a:r>
            <a:endParaRPr sz="500"/>
          </a:p>
          <a:p>
            <a:pPr indent="-336550" lvl="0" marL="330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AutoNum type="arabicPeriod"/>
            </a:pP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don’t have time to read it</a:t>
            </a:r>
            <a:endParaRPr sz="500"/>
          </a:p>
          <a:p>
            <a:pPr indent="-336550" lvl="0" marL="330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Helvetica Neue"/>
              <a:buAutoNum type="arabicPeriod"/>
            </a:pPr>
            <a:r>
              <a:rPr b="0" i="0" lang="en" sz="17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My agency isn’t so bad anymore</a:t>
            </a:r>
            <a:endParaRPr sz="500">
              <a:solidFill>
                <a:srgbClr val="FF00FF"/>
              </a:solidFill>
            </a:endParaRPr>
          </a:p>
          <a:p>
            <a:pPr indent="-336550" lvl="0" marL="330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Helvetica Neue"/>
              <a:buAutoNum type="arabicPeriod"/>
            </a:pPr>
            <a:r>
              <a:rPr b="0" i="0" lang="en" sz="17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lost interest in my agency 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1"/>
          <p:cNvSpPr txBox="1"/>
          <p:nvPr>
            <p:ph type="title"/>
          </p:nvPr>
        </p:nvSpPr>
        <p:spPr>
          <a:xfrm>
            <a:off x="1083993" y="2047847"/>
            <a:ext cx="6975900" cy="16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400"/>
              <a:t>And then I left a box for them to write in any answer they wanted </a:t>
            </a:r>
            <a:endParaRPr sz="5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When The Results Came In I Was Shocked </a:t>
            </a:r>
            <a:endParaRPr sz="31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3"/>
          <p:cNvSpPr txBox="1"/>
          <p:nvPr>
            <p:ph type="title"/>
          </p:nvPr>
        </p:nvSpPr>
        <p:spPr>
          <a:xfrm>
            <a:off x="1119038" y="1981502"/>
            <a:ext cx="69060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100"/>
              <a:t>The vast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majority of people</a:t>
            </a:r>
            <a:r>
              <a:rPr lang="en" sz="3100"/>
              <a:t> were saying the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exact same thing</a:t>
            </a:r>
            <a:r>
              <a:rPr lang="en" sz="3100"/>
              <a:t> </a:t>
            </a:r>
            <a:endParaRPr sz="31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94"/>
          <p:cNvSpPr txBox="1"/>
          <p:nvPr>
            <p:ph type="title"/>
          </p:nvPr>
        </p:nvSpPr>
        <p:spPr>
          <a:xfrm>
            <a:off x="930615" y="2310481"/>
            <a:ext cx="72828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They really did crack open the book </a:t>
            </a:r>
            <a:endParaRPr sz="5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They really did read it </a:t>
            </a:r>
            <a:endParaRPr sz="5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96"/>
          <p:cNvSpPr txBox="1"/>
          <p:nvPr>
            <p:ph type="title"/>
          </p:nvPr>
        </p:nvSpPr>
        <p:spPr>
          <a:xfrm>
            <a:off x="744640" y="2309950"/>
            <a:ext cx="76548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And they didn’t lose interest in fixing it </a:t>
            </a:r>
            <a:endParaRPr sz="5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was so proud of them </a:t>
            </a:r>
            <a:endParaRPr sz="31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9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But they were still in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glorified freelancer[DESCRIBE YOUR MARKET IN THEIR WORST STATE]</a:t>
            </a:r>
            <a:r>
              <a:rPr lang="en" sz="3100"/>
              <a:t> mode</a:t>
            </a:r>
            <a:endParaRPr sz="31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i="1" lang="en" sz="3100">
                <a:latin typeface="Helvetica Neue"/>
                <a:ea typeface="Helvetica Neue"/>
                <a:cs typeface="Helvetica Neue"/>
                <a:sym typeface="Helvetica Neue"/>
              </a:rPr>
              <a:t>Why?</a:t>
            </a:r>
            <a:endParaRPr sz="31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0"/>
          <p:cNvSpPr txBox="1"/>
          <p:nvPr>
            <p:ph type="title"/>
          </p:nvPr>
        </p:nvSpPr>
        <p:spPr>
          <a:xfrm>
            <a:off x="1049596" y="2003209"/>
            <a:ext cx="7044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500"/>
              <a:t>The Reason They Said They Didn’t Get Results Was Because...</a:t>
            </a:r>
            <a:endParaRPr sz="5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0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Drum roll please…</a:t>
            </a:r>
            <a:endParaRPr sz="31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0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100"/>
              <a:t>Learning one thing was easy,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but implementing it was the hard part </a:t>
            </a:r>
            <a:r>
              <a:rPr lang="en" sz="3100"/>
              <a:t>- </a:t>
            </a:r>
            <a:r>
              <a:rPr lang="en" sz="3100">
                <a:solidFill>
                  <a:srgbClr val="B41600"/>
                </a:solidFill>
              </a:rPr>
              <a:t>they didn’t have the time for it</a:t>
            </a:r>
            <a:endParaRPr sz="31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3"/>
          <p:cNvSpPr txBox="1"/>
          <p:nvPr>
            <p:ph type="title"/>
          </p:nvPr>
        </p:nvSpPr>
        <p:spPr>
          <a:xfrm>
            <a:off x="757309" y="2395976"/>
            <a:ext cx="76293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100"/>
              <a:t>This thought hit me like a lightning bolt</a:t>
            </a:r>
            <a:endParaRPr sz="5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Of course!</a:t>
            </a:r>
            <a:endParaRPr sz="31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5"/>
          <p:cNvSpPr txBox="1"/>
          <p:nvPr>
            <p:ph type="title"/>
          </p:nvPr>
        </p:nvSpPr>
        <p:spPr>
          <a:xfrm>
            <a:off x="736574" y="2299736"/>
            <a:ext cx="7671000" cy="11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[#1 THING THEY NEED TO DO]</a:t>
            </a:r>
            <a:r>
              <a:rPr lang="en" sz="3700"/>
              <a:t> takes work…</a:t>
            </a:r>
            <a:endParaRPr sz="5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06"/>
          <p:cNvSpPr txBox="1"/>
          <p:nvPr>
            <p:ph type="title"/>
          </p:nvPr>
        </p:nvSpPr>
        <p:spPr>
          <a:xfrm>
            <a:off x="840719" y="2333725"/>
            <a:ext cx="7462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[#2 THING THEY NEED TO DO]</a:t>
            </a:r>
            <a:r>
              <a:rPr lang="en" sz="3400"/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7"/>
          <p:cNvSpPr txBox="1"/>
          <p:nvPr>
            <p:ph type="title"/>
          </p:nvPr>
        </p:nvSpPr>
        <p:spPr>
          <a:xfrm>
            <a:off x="982296" y="2411237"/>
            <a:ext cx="71793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[#3 THING THEY NEED TO DO]</a:t>
            </a:r>
            <a:r>
              <a:rPr lang="en" sz="2600"/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08"/>
          <p:cNvSpPr txBox="1"/>
          <p:nvPr>
            <p:ph type="title"/>
          </p:nvPr>
        </p:nvSpPr>
        <p:spPr>
          <a:xfrm>
            <a:off x="1129063" y="2124475"/>
            <a:ext cx="68859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[#4 THING THEY NEED TO DO]</a:t>
            </a:r>
            <a:r>
              <a:rPr lang="en" sz="3100"/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9"/>
          <p:cNvSpPr txBox="1"/>
          <p:nvPr>
            <p:ph type="title"/>
          </p:nvPr>
        </p:nvSpPr>
        <p:spPr>
          <a:xfrm>
            <a:off x="857341" y="2193159"/>
            <a:ext cx="74292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[#5 THING THEY NEED TO DO]</a:t>
            </a:r>
            <a:r>
              <a:rPr lang="en" sz="3700"/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[#6 THING THEY NEED TO DO]</a:t>
            </a:r>
            <a:r>
              <a:rPr lang="en" sz="3100"/>
              <a:t> takes work...</a:t>
            </a:r>
            <a:endParaRPr sz="31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1"/>
          <p:cNvSpPr txBox="1"/>
          <p:nvPr>
            <p:ph type="title"/>
          </p:nvPr>
        </p:nvSpPr>
        <p:spPr>
          <a:xfrm>
            <a:off x="1126077" y="2394494"/>
            <a:ext cx="68919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[#7 THING THEY NEED TO DO]</a:t>
            </a:r>
            <a:r>
              <a:rPr lang="en" sz="2900"/>
              <a:t> take work...</a:t>
            </a:r>
            <a:endParaRPr sz="5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12"/>
          <p:cNvSpPr txBox="1"/>
          <p:nvPr>
            <p:ph type="title"/>
          </p:nvPr>
        </p:nvSpPr>
        <p:spPr>
          <a:xfrm>
            <a:off x="1034344" y="2420322"/>
            <a:ext cx="70752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[#8 THING THEY NEED TO DO]</a:t>
            </a:r>
            <a:r>
              <a:rPr lang="en" sz="2600"/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3"/>
          <p:cNvSpPr txBox="1"/>
          <p:nvPr>
            <p:ph type="title"/>
          </p:nvPr>
        </p:nvSpPr>
        <p:spPr>
          <a:xfrm>
            <a:off x="741029" y="2452365"/>
            <a:ext cx="76620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[#9 THING THEY NEED TO DO]</a:t>
            </a:r>
            <a:r>
              <a:rPr lang="en" sz="2300"/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1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 sz="3700">
                <a:solidFill>
                  <a:srgbClr val="FF00FF"/>
                </a:solidFill>
              </a:rPr>
              <a:t>[#10 THING THEY NEED TO DO]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takes work...</a:t>
            </a:r>
            <a:endParaRPr sz="5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1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And last but not least - making it all come together -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takes a lot of work…</a:t>
            </a:r>
            <a:endParaRPr sz="31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1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course people are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struggling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that! </a:t>
            </a:r>
            <a:endParaRPr sz="31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17"/>
          <p:cNvSpPr txBox="1"/>
          <p:nvPr>
            <p:ph type="title"/>
          </p:nvPr>
        </p:nvSpPr>
        <p:spPr>
          <a:xfrm>
            <a:off x="1189166" y="1952967"/>
            <a:ext cx="6765600" cy="18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And It’s Not Your Fault! </a:t>
            </a:r>
            <a:br>
              <a:rPr lang="en" sz="3100"/>
            </a:br>
            <a:r>
              <a:rPr lang="en" sz="3100"/>
              <a:t>You’re Probably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Too Busy To Do What Needs To Be Done</a:t>
            </a:r>
            <a:r>
              <a:rPr lang="en" sz="3100"/>
              <a:t> To </a:t>
            </a:r>
            <a:r>
              <a:rPr lang="en" sz="3100">
                <a:solidFill>
                  <a:srgbClr val="FF00FF"/>
                </a:solidFill>
              </a:rPr>
              <a:t>[INSERT RESULTS THEY WANT]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18"/>
          <p:cNvSpPr txBox="1"/>
          <p:nvPr>
            <p:ph type="title"/>
          </p:nvPr>
        </p:nvSpPr>
        <p:spPr>
          <a:xfrm>
            <a:off x="1029778" y="2126188"/>
            <a:ext cx="70845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time is very valuable! </a:t>
            </a:r>
            <a:endParaRPr sz="5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9"/>
          <p:cNvSpPr txBox="1"/>
          <p:nvPr>
            <p:ph type="title"/>
          </p:nvPr>
        </p:nvSpPr>
        <p:spPr>
          <a:xfrm>
            <a:off x="1133176" y="2020618"/>
            <a:ext cx="6877500" cy="16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I thought about this… </a:t>
            </a:r>
            <a:endParaRPr sz="5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20"/>
          <p:cNvSpPr txBox="1"/>
          <p:nvPr>
            <p:ph type="title"/>
          </p:nvPr>
        </p:nvSpPr>
        <p:spPr>
          <a:xfrm>
            <a:off x="1117875" y="2011437"/>
            <a:ext cx="69081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thought some more… </a:t>
            </a:r>
            <a:endParaRPr sz="5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21"/>
          <p:cNvSpPr txBox="1"/>
          <p:nvPr>
            <p:ph type="title"/>
          </p:nvPr>
        </p:nvSpPr>
        <p:spPr>
          <a:xfrm>
            <a:off x="925217" y="2221381"/>
            <a:ext cx="72936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 sz="4200"/>
              <a:t>And I started to day dream…</a:t>
            </a:r>
            <a:endParaRPr sz="5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22"/>
          <p:cNvSpPr txBox="1"/>
          <p:nvPr>
            <p:ph type="title"/>
          </p:nvPr>
        </p:nvSpPr>
        <p:spPr>
          <a:xfrm>
            <a:off x="931533" y="1999822"/>
            <a:ext cx="7281000" cy="17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And I Said I Wish I Had A Way To Just Flat Out Clone My Own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[RESULTS]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And Give It To You</a:t>
            </a:r>
            <a:r>
              <a:rPr lang="en" sz="3100"/>
              <a:t> - </a:t>
            </a:r>
            <a:r>
              <a:rPr lang="en" sz="3100">
                <a:solidFill>
                  <a:srgbClr val="B41600"/>
                </a:solidFill>
              </a:rPr>
              <a:t>Have Everything Done For You</a:t>
            </a:r>
            <a:r>
              <a:rPr lang="en" sz="3100"/>
              <a:t> - Ready To Go…</a:t>
            </a:r>
            <a:endParaRPr sz="31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2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 could do that...</a:t>
            </a:r>
            <a:endParaRPr sz="5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24"/>
          <p:cNvSpPr txBox="1"/>
          <p:nvPr>
            <p:ph type="title"/>
          </p:nvPr>
        </p:nvSpPr>
        <p:spPr>
          <a:xfrm>
            <a:off x="865763" y="2346904"/>
            <a:ext cx="74124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I would let all of my customers use it </a:t>
            </a:r>
            <a:endParaRPr sz="5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2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I thought… </a:t>
            </a:r>
            <a:endParaRPr sz="5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2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That’s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ridiculous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b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3100">
                <a:solidFill>
                  <a:srgbClr val="B41600"/>
                </a:solidFill>
              </a:rPr>
              <a:t>that’s impossible...</a:t>
            </a:r>
            <a:endParaRPr sz="31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Is it?...</a:t>
            </a:r>
            <a:endParaRPr sz="5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2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Because The Truth Is…</a:t>
            </a:r>
            <a:endParaRPr sz="5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29"/>
          <p:cNvSpPr txBox="1"/>
          <p:nvPr>
            <p:ph type="title"/>
          </p:nvPr>
        </p:nvSpPr>
        <p:spPr>
          <a:xfrm>
            <a:off x="1048164" y="1973463"/>
            <a:ext cx="7047600" cy="17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We’re living in a special time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-</a:t>
            </a:r>
            <a:r>
              <a:rPr lang="en" sz="3100">
                <a:solidFill>
                  <a:srgbClr val="FF00FF"/>
                </a:solidFill>
              </a:rPr>
              <a:t>[DESCRIBE THE OPPORTUNITY] where we run our businesses virtually, on computers, stored in various data centers around the world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30"/>
          <p:cNvSpPr txBox="1"/>
          <p:nvPr>
            <p:ph type="title"/>
          </p:nvPr>
        </p:nvSpPr>
        <p:spPr>
          <a:xfrm>
            <a:off x="1117055" y="1797767"/>
            <a:ext cx="6909900" cy="21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" sz="4000"/>
              <a:t>where you can copy and paste information at a click of a mouse…</a:t>
            </a:r>
            <a:endParaRPr sz="5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3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100"/>
              <a:t>So what if instead of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“giving you”</a:t>
            </a:r>
            <a:r>
              <a:rPr lang="en" sz="3100"/>
              <a:t> my </a:t>
            </a:r>
            <a:r>
              <a:rPr lang="en" sz="3100">
                <a:solidFill>
                  <a:srgbClr val="FF00FF"/>
                </a:solidFill>
              </a:rPr>
              <a:t>[WHAT YOU GIVE THEM] Digital agency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32"/>
          <p:cNvSpPr txBox="1"/>
          <p:nvPr>
            <p:ph type="title"/>
          </p:nvPr>
        </p:nvSpPr>
        <p:spPr>
          <a:xfrm>
            <a:off x="790629" y="2237553"/>
            <a:ext cx="7562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just let you </a:t>
            </a:r>
            <a:r>
              <a:rPr lang="en" sz="3100" u="sng"/>
              <a:t>copy everything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sz="31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33"/>
          <p:cNvSpPr txBox="1"/>
          <p:nvPr>
            <p:ph type="title"/>
          </p:nvPr>
        </p:nvSpPr>
        <p:spPr>
          <a:xfrm>
            <a:off x="1106050" y="1984698"/>
            <a:ext cx="69318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3100"/>
              <a:t>What If I Gave You - </a:t>
            </a:r>
            <a:r>
              <a:rPr lang="en" sz="3100">
                <a:solidFill>
                  <a:srgbClr val="FF00FF"/>
                </a:solidFill>
              </a:rPr>
              <a:t>[INSERT WHAT THEY GET]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34"/>
          <p:cNvSpPr txBox="1"/>
          <p:nvPr>
            <p:ph type="title"/>
          </p:nvPr>
        </p:nvSpPr>
        <p:spPr>
          <a:xfrm>
            <a:off x="956859" y="2229215"/>
            <a:ext cx="72303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100"/>
              <a:t>…And </a:t>
            </a:r>
            <a:r>
              <a:rPr lang="en" sz="3100" u="sng">
                <a:solidFill>
                  <a:srgbClr val="B41600"/>
                </a:solidFill>
              </a:rPr>
              <a:t>Everything Else</a:t>
            </a:r>
            <a:r>
              <a:rPr lang="en" sz="3100"/>
              <a:t> I Use In My Very Own </a:t>
            </a:r>
            <a:r>
              <a:rPr lang="en" sz="3100">
                <a:solidFill>
                  <a:srgbClr val="FF00FF"/>
                </a:solidFill>
              </a:rPr>
              <a:t>[INSERT BUSINESS/LIFE/ETC]</a:t>
            </a:r>
            <a:r>
              <a:rPr lang="en" sz="3100"/>
              <a:t>?</a:t>
            </a:r>
            <a:endParaRPr sz="31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3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Nothing held back! </a:t>
            </a:r>
            <a:endParaRPr sz="310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36"/>
          <p:cNvSpPr txBox="1"/>
          <p:nvPr>
            <p:ph type="title"/>
          </p:nvPr>
        </p:nvSpPr>
        <p:spPr>
          <a:xfrm>
            <a:off x="1471134" y="1803370"/>
            <a:ext cx="62016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" sz="3100"/>
              <a:t>I’m talking about going all out and </a:t>
            </a:r>
            <a:r>
              <a:rPr b="1" lang="en" sz="3100" u="sng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giving you EVERYTHING</a:t>
            </a:r>
            <a:r>
              <a:rPr lang="en" sz="3100"/>
              <a:t> you need to go from where you are to where you want to be...</a:t>
            </a:r>
            <a:endParaRPr sz="31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3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think about this…</a:t>
            </a:r>
            <a:endParaRPr sz="50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38"/>
          <p:cNvSpPr txBox="1"/>
          <p:nvPr>
            <p:ph type="title"/>
          </p:nvPr>
        </p:nvSpPr>
        <p:spPr>
          <a:xfrm>
            <a:off x="1261068" y="1940835"/>
            <a:ext cx="6621900" cy="18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I’m going to hand you </a:t>
            </a:r>
            <a:r>
              <a:rPr lang="en" sz="3100" u="sng">
                <a:solidFill>
                  <a:srgbClr val="FF00FF"/>
                </a:solidFill>
              </a:rPr>
              <a:t>[WHAT THEY GET]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and everything else…</a:t>
            </a:r>
            <a:endParaRPr sz="310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39"/>
          <p:cNvSpPr txBox="1"/>
          <p:nvPr>
            <p:ph type="title"/>
          </p:nvPr>
        </p:nvSpPr>
        <p:spPr>
          <a:xfrm>
            <a:off x="905754" y="1870994"/>
            <a:ext cx="73326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For example… </a:t>
            </a:r>
            <a:endParaRPr sz="3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the exact process that anyone can use to get </a:t>
            </a:r>
            <a:r>
              <a:rPr lang="en" sz="3100">
                <a:solidFill>
                  <a:srgbClr val="FF00FF"/>
                </a:solidFill>
              </a:rPr>
              <a:t>[INSERT BENEFIT]</a:t>
            </a:r>
            <a:r>
              <a:rPr lang="en" sz="3100"/>
              <a:t>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(without </a:t>
            </a:r>
            <a:r>
              <a:rPr i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[INSERT]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40"/>
          <p:cNvSpPr txBox="1"/>
          <p:nvPr>
            <p:ph type="title"/>
          </p:nvPr>
        </p:nvSpPr>
        <p:spPr>
          <a:xfrm>
            <a:off x="937176" y="2018496"/>
            <a:ext cx="72696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[ADD EXAMPLE / TESTIMONIAL THAT SHOWS PROOF OF THIS]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4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[EXPLAIN IT FURTHER]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42"/>
          <p:cNvSpPr txBox="1"/>
          <p:nvPr>
            <p:ph type="title"/>
          </p:nvPr>
        </p:nvSpPr>
        <p:spPr>
          <a:xfrm>
            <a:off x="1193634" y="1941868"/>
            <a:ext cx="6756600" cy="18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And what if I showed you the exact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[THING - ADD HERE]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that’s responsible for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[ADD RESULT]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4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Well…</a:t>
            </a:r>
            <a:endParaRPr sz="310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4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That’s not a hypothetical question here…</a:t>
            </a:r>
            <a:endParaRPr sz="5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45"/>
          <p:cNvSpPr txBox="1"/>
          <p:nvPr>
            <p:ph type="title"/>
          </p:nvPr>
        </p:nvSpPr>
        <p:spPr>
          <a:xfrm>
            <a:off x="990081" y="2317295"/>
            <a:ext cx="71637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500"/>
              <a:t>because that’s exactly what I did</a:t>
            </a:r>
            <a:endParaRPr sz="5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46"/>
          <p:cNvSpPr txBox="1"/>
          <p:nvPr>
            <p:ph type="title"/>
          </p:nvPr>
        </p:nvSpPr>
        <p:spPr>
          <a:xfrm>
            <a:off x="985160" y="1890117"/>
            <a:ext cx="71736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100"/>
              <a:t>I Created </a:t>
            </a:r>
            <a:br>
              <a:rPr lang="en" sz="3100"/>
            </a:b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[NAME OF YOUR OTO 1 PRODUCT]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47"/>
          <p:cNvSpPr txBox="1"/>
          <p:nvPr>
            <p:ph type="title"/>
          </p:nvPr>
        </p:nvSpPr>
        <p:spPr>
          <a:xfrm>
            <a:off x="700402" y="2241905"/>
            <a:ext cx="7743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25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It contains everything I used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that took ME from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[POINT A]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[POINT B]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1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48"/>
          <p:cNvSpPr txBox="1"/>
          <p:nvPr>
            <p:ph type="title"/>
          </p:nvPr>
        </p:nvSpPr>
        <p:spPr>
          <a:xfrm>
            <a:off x="1121646" y="1989580"/>
            <a:ext cx="69006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3100"/>
              <a:t>Everything from our </a:t>
            </a:r>
            <a:r>
              <a:rPr b="1" lang="en" sz="3100" u="sng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[WHAT THEY GET]</a:t>
            </a:r>
            <a:r>
              <a:rPr lang="en" sz="3100"/>
              <a:t> and </a:t>
            </a:r>
            <a:r>
              <a:rPr lang="en" sz="3100" u="sng"/>
              <a:t>more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4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Starting Out With Our Free </a:t>
            </a:r>
            <a:r>
              <a:rPr lang="en" sz="42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[COMPONENT #1 OF OTO 1]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5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How to </a:t>
            </a:r>
            <a:r>
              <a:rPr lang="en" sz="3100">
                <a:solidFill>
                  <a:srgbClr val="FF00FF"/>
                </a:solidFill>
              </a:rPr>
              <a:t>[WHAT IT WILL HELP THEM DO]</a:t>
            </a:r>
            <a:r>
              <a:rPr lang="en" sz="3100"/>
              <a:t> starting with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nothing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51"/>
          <p:cNvSpPr txBox="1"/>
          <p:nvPr>
            <p:ph type="title"/>
          </p:nvPr>
        </p:nvSpPr>
        <p:spPr>
          <a:xfrm>
            <a:off x="1251350" y="2009941"/>
            <a:ext cx="66414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This is a brand new strategy we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recently discovered</a:t>
            </a:r>
            <a:r>
              <a:rPr lang="en" sz="3100"/>
              <a:t> That </a:t>
            </a:r>
            <a:r>
              <a:rPr lang="en" sz="3100">
                <a:solidFill>
                  <a:srgbClr val="FF00FF"/>
                </a:solidFill>
              </a:rPr>
              <a:t>[RESULTS THEY GET]</a:t>
            </a:r>
            <a:r>
              <a:rPr lang="en" sz="3100"/>
              <a:t> using </a:t>
            </a:r>
            <a:r>
              <a:rPr lang="en" sz="3100">
                <a:solidFill>
                  <a:srgbClr val="FF00FF"/>
                </a:solidFill>
              </a:rPr>
              <a:t>[MECHANISM THEY’LL USE]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52"/>
          <p:cNvSpPr txBox="1"/>
          <p:nvPr>
            <p:ph type="title"/>
          </p:nvPr>
        </p:nvSpPr>
        <p:spPr>
          <a:xfrm>
            <a:off x="891297" y="2170799"/>
            <a:ext cx="73614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3100"/>
              <a:t>I’ll Show You How To </a:t>
            </a:r>
            <a:r>
              <a:rPr lang="en" sz="3100">
                <a:solidFill>
                  <a:srgbClr val="FF00FF"/>
                </a:solidFill>
              </a:rPr>
              <a:t>[COMPONENT #2 OF OTO 1]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5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3100"/>
              <a:t>That’s right -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you’re going to be able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[INSERT BENEFIT OF COMPONENT #2]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5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And the best part? </a:t>
            </a:r>
            <a:endParaRPr sz="310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5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[INSERT]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5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Next up…</a:t>
            </a:r>
            <a:endParaRPr sz="310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5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I’m going to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show you how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[COMPONENT #3]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58"/>
          <p:cNvSpPr txBox="1"/>
          <p:nvPr>
            <p:ph type="title"/>
          </p:nvPr>
        </p:nvSpPr>
        <p:spPr>
          <a:xfrm>
            <a:off x="1066562" y="2044569"/>
            <a:ext cx="6916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You’ll Be Able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[EXPLAIN BENEFIT]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5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[EXPLAIN IT FURTHER]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6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up...</a:t>
            </a:r>
            <a:endParaRPr sz="50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6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I’m going to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show you how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[COMPONENT #4]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62"/>
          <p:cNvSpPr txBox="1"/>
          <p:nvPr>
            <p:ph type="title"/>
          </p:nvPr>
        </p:nvSpPr>
        <p:spPr>
          <a:xfrm>
            <a:off x="1066562" y="2044569"/>
            <a:ext cx="6916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You’ll Be Able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[EXPLAIN BENEFIT]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6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[EXPLAIN IT FURTHER]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6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up...</a:t>
            </a:r>
            <a:endParaRPr sz="50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6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I’m going to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show you how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[COMPONENT #5]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66"/>
          <p:cNvSpPr txBox="1"/>
          <p:nvPr>
            <p:ph type="title"/>
          </p:nvPr>
        </p:nvSpPr>
        <p:spPr>
          <a:xfrm>
            <a:off x="1066562" y="2044569"/>
            <a:ext cx="6916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You’ll Be Able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[EXPLAIN BENEFIT]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6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[EXPLAIN IT FURTHER]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6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up...</a:t>
            </a:r>
            <a:endParaRPr sz="50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6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I’m going to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show you how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[COMPONENT #6]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70"/>
          <p:cNvSpPr txBox="1"/>
          <p:nvPr>
            <p:ph type="title"/>
          </p:nvPr>
        </p:nvSpPr>
        <p:spPr>
          <a:xfrm>
            <a:off x="1066562" y="2044569"/>
            <a:ext cx="6916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You’ll Be Able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[EXPLAIN BENEFIT]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7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[EXPLAIN IT FURTHER]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7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And finally...</a:t>
            </a:r>
            <a:br>
              <a:rPr lang="en" sz="3100"/>
            </a:br>
            <a:r>
              <a:rPr lang="en" sz="3100"/>
              <a:t>I’m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going to give you</a:t>
            </a:r>
            <a:r>
              <a:rPr lang="en" sz="3100"/>
              <a:t> </a:t>
            </a:r>
            <a:r>
              <a:rPr lang="en" sz="3100">
                <a:solidFill>
                  <a:srgbClr val="FF00FF"/>
                </a:solidFill>
              </a:rPr>
              <a:t>[COMPONENT #7]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73"/>
          <p:cNvSpPr txBox="1"/>
          <p:nvPr>
            <p:ph type="title"/>
          </p:nvPr>
        </p:nvSpPr>
        <p:spPr>
          <a:xfrm>
            <a:off x="1066562" y="2044569"/>
            <a:ext cx="6916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You’ll Be Able To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[EXPLAIN BENEFIT]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7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[EXPLAIN IT FURTHER]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7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>
                <a:solidFill>
                  <a:srgbClr val="FF00FF"/>
                </a:solidFill>
              </a:rPr>
              <a:t>REPEAT AS NECESSARY FOR EACH COMPONENT OF YOUR UPSELL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7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As a Special Bonus…</a:t>
            </a:r>
            <a:endParaRPr sz="50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7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I’m Going To Include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[INSERT BONUS]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7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900"/>
              <a:t>There are only </a:t>
            </a:r>
            <a:r>
              <a:rPr lang="en" sz="3900">
                <a:solidFill>
                  <a:srgbClr val="FF00FF"/>
                </a:solidFill>
              </a:rPr>
              <a:t>X</a:t>
            </a:r>
            <a:r>
              <a:rPr lang="en" sz="3900"/>
              <a:t> ways to get </a:t>
            </a:r>
            <a:r>
              <a:rPr lang="en" sz="3900">
                <a:solidFill>
                  <a:srgbClr val="FF00FF"/>
                </a:solidFill>
              </a:rPr>
              <a:t>[INSERT RESULT THEY WANT]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7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[MENTION THE X WAYS TO GET THE RESULT]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80"/>
          <p:cNvSpPr txBox="1"/>
          <p:nvPr>
            <p:ph type="title"/>
          </p:nvPr>
        </p:nvSpPr>
        <p:spPr>
          <a:xfrm>
            <a:off x="894946" y="1931845"/>
            <a:ext cx="73542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2600"/>
              <a:t>I’m going to show you how you can use everything we just outlined above get </a:t>
            </a:r>
            <a:r>
              <a:rPr lang="en" sz="2600">
                <a:solidFill>
                  <a:srgbClr val="FF00FF"/>
                </a:solidFill>
              </a:rPr>
              <a:t>[THE DESIRED RESULT]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81"/>
          <p:cNvSpPr txBox="1"/>
          <p:nvPr>
            <p:ph type="title"/>
          </p:nvPr>
        </p:nvSpPr>
        <p:spPr>
          <a:xfrm>
            <a:off x="858810" y="2141598"/>
            <a:ext cx="7426500" cy="14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[NAME OF YOUR PRODUCT]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Comes With Everything</a:t>
            </a:r>
            <a:r>
              <a:rPr lang="en" sz="3100"/>
              <a:t> </a:t>
            </a:r>
            <a:r>
              <a:rPr lang="en" sz="3100">
                <a:solidFill>
                  <a:srgbClr val="B41600"/>
                </a:solidFill>
              </a:rPr>
              <a:t>You Need to </a:t>
            </a:r>
            <a:r>
              <a:rPr lang="en" sz="3100">
                <a:solidFill>
                  <a:srgbClr val="FF00FF"/>
                </a:solidFill>
              </a:rPr>
              <a:t>[RESULT THEY WANT]</a:t>
            </a:r>
            <a:r>
              <a:rPr lang="en" sz="3100"/>
              <a:t>... </a:t>
            </a:r>
            <a:endParaRPr sz="310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82"/>
          <p:cNvSpPr txBox="1"/>
          <p:nvPr>
            <p:ph type="title"/>
          </p:nvPr>
        </p:nvSpPr>
        <p:spPr>
          <a:xfrm>
            <a:off x="917603" y="2095967"/>
            <a:ext cx="73089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 means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you will actually </a:t>
            </a:r>
            <a:r>
              <a:rPr lang="en" sz="3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 able to 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THIS</a:t>
            </a:r>
            <a:endParaRPr sz="310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83"/>
          <p:cNvSpPr txBox="1"/>
          <p:nvPr>
            <p:ph type="title"/>
          </p:nvPr>
        </p:nvSpPr>
        <p:spPr>
          <a:xfrm>
            <a:off x="1200391" y="1912681"/>
            <a:ext cx="67431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Everything will change for you once you implement the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PRODUCT]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system</a:t>
            </a:r>
            <a:r>
              <a:rPr lang="en" sz="3100"/>
              <a:t> - and from what I just outlined you know </a:t>
            </a:r>
            <a:r>
              <a:rPr lang="en" sz="3100">
                <a:solidFill>
                  <a:srgbClr val="B41600"/>
                </a:solidFill>
              </a:rPr>
              <a:t>you can do this for sure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84"/>
          <p:cNvSpPr txBox="1"/>
          <p:nvPr>
            <p:ph type="title"/>
          </p:nvPr>
        </p:nvSpPr>
        <p:spPr>
          <a:xfrm>
            <a:off x="1096282" y="1865649"/>
            <a:ext cx="6951300" cy="19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There will never be a moment of confusion on what to do next</a:t>
            </a:r>
            <a:r>
              <a:rPr lang="en" sz="3100"/>
              <a:t> </a:t>
            </a:r>
            <a:r>
              <a:rPr lang="en" sz="3100">
                <a:solidFill>
                  <a:srgbClr val="B41600"/>
                </a:solidFill>
              </a:rPr>
              <a:t>because the </a:t>
            </a:r>
            <a:r>
              <a:rPr lang="en" sz="3100">
                <a:solidFill>
                  <a:srgbClr val="FF00FF"/>
                </a:solidFill>
              </a:rPr>
              <a:t>[YOUR UPSELL]</a:t>
            </a:r>
            <a:r>
              <a:rPr lang="en" sz="3100">
                <a:solidFill>
                  <a:srgbClr val="B41600"/>
                </a:solidFill>
              </a:rPr>
              <a:t> will give you everything you need in order to do this</a:t>
            </a:r>
            <a:endParaRPr sz="310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85"/>
          <p:cNvSpPr txBox="1"/>
          <p:nvPr>
            <p:ph type="title"/>
          </p:nvPr>
        </p:nvSpPr>
        <p:spPr>
          <a:xfrm>
            <a:off x="922279" y="1982753"/>
            <a:ext cx="72993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No matter who you are</a:t>
            </a:r>
            <a:r>
              <a:rPr lang="en" sz="3100"/>
              <a:t>...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even if you think you don’t</a:t>
            </a:r>
            <a:r>
              <a:rPr lang="en" sz="3100"/>
              <a:t>...you need the </a:t>
            </a:r>
            <a:r>
              <a:rPr lang="en" sz="3100">
                <a:solidFill>
                  <a:srgbClr val="FF00FF"/>
                </a:solidFill>
              </a:rPr>
              <a:t>[YOUR UPSELL]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86"/>
          <p:cNvSpPr txBox="1"/>
          <p:nvPr>
            <p:ph type="title"/>
          </p:nvPr>
        </p:nvSpPr>
        <p:spPr>
          <a:xfrm>
            <a:off x="808121" y="2102115"/>
            <a:ext cx="75279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100"/>
              <a:t>Because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sz="3100" u="sng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UPSELL]</a:t>
            </a:r>
            <a:r>
              <a:rPr lang="en" sz="3100"/>
              <a:t> Is The Only Way I Can Ensure You Get Every Benefit This System Has To Offer</a:t>
            </a:r>
            <a:endParaRPr sz="310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8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A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lso, and I don’t mean to put pressure on you</a:t>
            </a:r>
            <a:r>
              <a:rPr lang="en" sz="3100"/>
              <a:t>, but I like to reward </a:t>
            </a:r>
            <a:r>
              <a:rPr lang="en" sz="3100" u="sng"/>
              <a:t>quick thinking</a:t>
            </a:r>
            <a:r>
              <a:rPr lang="en" sz="3100"/>
              <a:t> and </a:t>
            </a:r>
            <a:r>
              <a:rPr lang="en" sz="3100" u="sng"/>
              <a:t>quick action</a:t>
            </a:r>
            <a:endParaRPr sz="310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8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100"/>
              <a:t>And for that reason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UPSELL]</a:t>
            </a:r>
            <a:r>
              <a:rPr lang="en" sz="3100"/>
              <a:t> is only available at this price from this page</a:t>
            </a:r>
            <a:endParaRPr sz="310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8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Once you leave,</a:t>
            </a:r>
            <a:r>
              <a:rPr lang="en" sz="3100"/>
              <a:t> </a:t>
            </a:r>
            <a:r>
              <a:rPr i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strike out on your opportunity</a:t>
            </a:r>
            <a:r>
              <a:rPr lang="en" sz="3100"/>
              <a:t> to get the </a:t>
            </a:r>
            <a:r>
              <a:rPr lang="en" sz="3100">
                <a:solidFill>
                  <a:srgbClr val="FF00FF"/>
                </a:solidFill>
              </a:rPr>
              <a:t>[YOUR UPSELL]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9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1" lang="en" sz="3700">
                <a:latin typeface="Helvetica Neue"/>
                <a:ea typeface="Helvetica Neue"/>
                <a:cs typeface="Helvetica Neue"/>
                <a:sym typeface="Helvetica Neue"/>
              </a:rPr>
              <a:t>Now you see why it was so important that you watched the video until now</a:t>
            </a:r>
            <a:endParaRPr sz="50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91"/>
          <p:cNvSpPr txBox="1"/>
          <p:nvPr>
            <p:ph type="title"/>
          </p:nvPr>
        </p:nvSpPr>
        <p:spPr>
          <a:xfrm>
            <a:off x="1415328" y="1812469"/>
            <a:ext cx="6313200" cy="20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This decision about whether to get the </a:t>
            </a:r>
            <a:r>
              <a:rPr lang="en" sz="3100">
                <a:solidFill>
                  <a:srgbClr val="FF00FF"/>
                </a:solidFill>
              </a:rPr>
              <a:t>[YOUR UPSELL]</a:t>
            </a:r>
            <a:r>
              <a:rPr lang="en" sz="3100"/>
              <a:t>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could make or break your success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with the entire program</a:t>
            </a:r>
            <a:endParaRPr sz="310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9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now the question is...</a:t>
            </a:r>
            <a:endParaRPr sz="50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9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that success worth to you?</a:t>
            </a:r>
            <a:endParaRPr sz="50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94"/>
          <p:cNvSpPr txBox="1"/>
          <p:nvPr>
            <p:ph type="title"/>
          </p:nvPr>
        </p:nvSpPr>
        <p:spPr>
          <a:xfrm>
            <a:off x="1183645" y="2327414"/>
            <a:ext cx="67767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600"/>
              <a:t>What is </a:t>
            </a:r>
            <a:r>
              <a:rPr lang="en" sz="3600">
                <a:solidFill>
                  <a:srgbClr val="FF00FF"/>
                </a:solidFill>
              </a:rPr>
              <a:t>[OTHER BENEFIT THEY WANT]</a:t>
            </a:r>
            <a:r>
              <a:rPr lang="en" sz="3600"/>
              <a:t> worth to you?</a:t>
            </a:r>
            <a:endParaRPr sz="50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95"/>
          <p:cNvSpPr txBox="1"/>
          <p:nvPr>
            <p:ph type="title"/>
          </p:nvPr>
        </p:nvSpPr>
        <p:spPr>
          <a:xfrm>
            <a:off x="1056549" y="2089384"/>
            <a:ext cx="70308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100"/>
              <a:t>What is the ability to </a:t>
            </a:r>
            <a:r>
              <a:rPr lang="en" sz="3100">
                <a:solidFill>
                  <a:srgbClr val="B41600"/>
                </a:solidFill>
              </a:rPr>
              <a:t>have the </a:t>
            </a:r>
            <a:r>
              <a:rPr lang="en" sz="3100">
                <a:solidFill>
                  <a:srgbClr val="FF00FF"/>
                </a:solidFill>
              </a:rPr>
              <a:t>[INSERT]</a:t>
            </a:r>
            <a:r>
              <a:rPr lang="en" sz="3100">
                <a:solidFill>
                  <a:srgbClr val="B41600"/>
                </a:solidFill>
              </a:rPr>
              <a:t> you always dreamed of worth</a:t>
            </a:r>
            <a:r>
              <a:rPr lang="en" sz="3100"/>
              <a:t> to you?</a:t>
            </a:r>
            <a:endParaRPr sz="310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96"/>
          <p:cNvSpPr txBox="1"/>
          <p:nvPr>
            <p:ph type="title"/>
          </p:nvPr>
        </p:nvSpPr>
        <p:spPr>
          <a:xfrm>
            <a:off x="1323521" y="1952790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can tell you what I paid</a:t>
            </a:r>
            <a:r>
              <a:rPr lang="en" sz="3100"/>
              <a:t> and what it’s worth to me... </a:t>
            </a:r>
            <a:endParaRPr sz="310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9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Paid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Years Of My Life And Spent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$XX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In The Process</a:t>
            </a:r>
            <a:r>
              <a:rPr lang="en" sz="3100"/>
              <a:t> </a:t>
            </a:r>
            <a:r>
              <a:rPr lang="en" sz="3100">
                <a:solidFill>
                  <a:srgbClr val="B41600"/>
                </a:solidFill>
              </a:rPr>
              <a:t>To Create </a:t>
            </a:r>
            <a:r>
              <a:rPr lang="en" sz="3100">
                <a:solidFill>
                  <a:srgbClr val="FF00FF"/>
                </a:solidFill>
              </a:rPr>
              <a:t>[YOUR UPSELL]</a:t>
            </a:r>
            <a:r>
              <a:rPr lang="en" sz="3100"/>
              <a:t> </a:t>
            </a:r>
            <a:r>
              <a:rPr lang="en" sz="3100" u="sng"/>
              <a:t>So You Should Get Results </a:t>
            </a:r>
            <a:endParaRPr sz="310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9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did all of the hard work</a:t>
            </a:r>
            <a:r>
              <a:rPr lang="en" sz="3100"/>
              <a:t>, and </a:t>
            </a:r>
            <a:r>
              <a:rPr lang="en" sz="3100" u="sng"/>
              <a:t>figured everything out</a:t>
            </a:r>
            <a:r>
              <a:rPr lang="en" sz="3100"/>
              <a:t>, so you don’t have to…</a:t>
            </a:r>
            <a:endParaRPr sz="310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9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What’s your time worth? </a:t>
            </a:r>
            <a:endParaRPr sz="50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0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...and what’s </a:t>
            </a:r>
            <a:r>
              <a:rPr lang="en" sz="4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worth to get </a:t>
            </a:r>
            <a:r>
              <a:rPr lang="en" sz="42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[RESULT THEY WANT]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sz="50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0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 can’t answer that for you,</a:t>
            </a:r>
            <a:r>
              <a:rPr lang="en" sz="3100"/>
              <a:t> </a:t>
            </a:r>
            <a:r>
              <a:rPr lang="en" sz="3100">
                <a:solidFill>
                  <a:srgbClr val="B41600"/>
                </a:solidFill>
              </a:rPr>
              <a:t>but what I can do is tell you what </a:t>
            </a:r>
            <a:r>
              <a:rPr lang="en" sz="3100">
                <a:solidFill>
                  <a:srgbClr val="FF00FF"/>
                </a:solidFill>
              </a:rPr>
              <a:t>[RESULT THEY WANT]</a:t>
            </a:r>
            <a:r>
              <a:rPr lang="en" sz="3100">
                <a:solidFill>
                  <a:srgbClr val="B41600"/>
                </a:solidFill>
              </a:rPr>
              <a:t> is worth to me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 sz="42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[EXPLAIN WHAT THE RESULT WAS WORTH TO YOU]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0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100"/>
              <a:t>So If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Everything In The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UPSELL]</a:t>
            </a:r>
            <a:r>
              <a:rPr lang="en" sz="3100"/>
              <a:t> Got You Just A Fraction Of That..</a:t>
            </a:r>
            <a:endParaRPr sz="310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4"/>
          <p:cNvSpPr txBox="1"/>
          <p:nvPr>
            <p:ph type="title"/>
          </p:nvPr>
        </p:nvSpPr>
        <p:spPr>
          <a:xfrm>
            <a:off x="1006949" y="1995660"/>
            <a:ext cx="713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500"/>
              <a:t>That means this would be easily worth </a:t>
            </a:r>
            <a:r>
              <a:rPr lang="en" sz="3500">
                <a:solidFill>
                  <a:srgbClr val="FF00FF"/>
                </a:solidFill>
              </a:rPr>
              <a:t>[INSERT WORTH]</a:t>
            </a:r>
            <a:r>
              <a:rPr lang="en" sz="3500"/>
              <a:t> at bare minimum…</a:t>
            </a:r>
            <a:endParaRPr sz="50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05"/>
          <p:cNvSpPr txBox="1"/>
          <p:nvPr>
            <p:ph type="title"/>
          </p:nvPr>
        </p:nvSpPr>
        <p:spPr>
          <a:xfrm>
            <a:off x="1078105" y="1890117"/>
            <a:ext cx="69879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" sz="3100"/>
              <a:t>eems like a deal right?</a:t>
            </a:r>
            <a:endParaRPr sz="310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0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Yeah, but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we’re not here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do deals…</a:t>
            </a:r>
            <a:endParaRPr sz="310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0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900"/>
              <a:t>We’re here to help you get where you need to go…</a:t>
            </a:r>
            <a:endParaRPr sz="50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0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Now, since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I made it for your benefit it might make sense to charge what it’s worth</a:t>
            </a:r>
            <a:r>
              <a:rPr lang="en" sz="3100"/>
              <a:t> because</a:t>
            </a:r>
            <a:r>
              <a:rPr lang="en" sz="3100" u="sng"/>
              <a:t> between the cost of testing it</a:t>
            </a:r>
            <a:r>
              <a:rPr lang="en" sz="3100"/>
              <a:t>, </a:t>
            </a:r>
            <a:r>
              <a:rPr lang="en" sz="3100" u="sng"/>
              <a:t>figuring it all out</a:t>
            </a:r>
            <a:r>
              <a:rPr lang="en" sz="3100"/>
              <a:t>, </a:t>
            </a:r>
            <a:r>
              <a:rPr lang="en" sz="3100" u="sng"/>
              <a:t>creating it</a:t>
            </a:r>
            <a:r>
              <a:rPr lang="en" sz="3100"/>
              <a:t>, </a:t>
            </a:r>
            <a:r>
              <a:rPr lang="en" sz="3100" u="sng"/>
              <a:t>organizing it</a:t>
            </a:r>
            <a:r>
              <a:rPr lang="en" sz="3100"/>
              <a:t>, </a:t>
            </a:r>
            <a:r>
              <a:rPr lang="en" sz="3100" u="sng"/>
              <a:t>packaging it</a:t>
            </a:r>
            <a:r>
              <a:rPr lang="en" sz="3100"/>
              <a:t> and </a:t>
            </a:r>
            <a:r>
              <a:rPr lang="en" sz="3100" u="sng"/>
              <a:t>creating the training</a:t>
            </a:r>
            <a:r>
              <a:rPr lang="en" sz="3100"/>
              <a:t> around it...</a:t>
            </a:r>
            <a:endParaRPr sz="310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09"/>
          <p:cNvSpPr txBox="1"/>
          <p:nvPr>
            <p:ph type="title"/>
          </p:nvPr>
        </p:nvSpPr>
        <p:spPr>
          <a:xfrm>
            <a:off x="847267" y="2388468"/>
            <a:ext cx="7449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As you can see, it’s not cheap…</a:t>
            </a:r>
            <a:endParaRPr sz="50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1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we thought long and hard about this…</a:t>
            </a:r>
            <a:endParaRPr sz="50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1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On One Hand We Want Everyone To Have It - </a:t>
            </a:r>
            <a:r>
              <a:rPr lang="en" sz="3100">
                <a:solidFill>
                  <a:srgbClr val="B41600"/>
                </a:solidFill>
              </a:rPr>
              <a:t>We Want To Make it Free...</a:t>
            </a:r>
            <a:endParaRPr sz="310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1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t/>
            </a:r>
            <a:endParaRPr sz="3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On the other hand....we can't stay in business by just giving everything away...</a:t>
            </a:r>
            <a:endParaRPr sz="310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13"/>
          <p:cNvSpPr txBox="1"/>
          <p:nvPr>
            <p:ph type="title"/>
          </p:nvPr>
        </p:nvSpPr>
        <p:spPr>
          <a:xfrm>
            <a:off x="1276419" y="1867472"/>
            <a:ext cx="65913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2800"/>
              <a:t>We have costs to keep the servers, support, and staff running, and then business admin costs</a:t>
            </a:r>
            <a:endParaRPr sz="50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1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</a:pPr>
            <a:r>
              <a:rPr lang="en" sz="4100"/>
              <a:t>We thought long and hard about charging </a:t>
            </a:r>
            <a:r>
              <a:rPr lang="en" sz="4100">
                <a:solidFill>
                  <a:srgbClr val="FF00FF"/>
                </a:solidFill>
              </a:rPr>
              <a:t>$500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15"/>
          <p:cNvSpPr txBox="1"/>
          <p:nvPr>
            <p:ph type="title"/>
          </p:nvPr>
        </p:nvSpPr>
        <p:spPr>
          <a:xfrm>
            <a:off x="1046303" y="2121197"/>
            <a:ext cx="70515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" sz="3000"/>
              <a:t>Knowing full well that you can get all your money’s worth from just a fraction of the results you can achieve</a:t>
            </a:r>
            <a:endParaRPr sz="50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16"/>
          <p:cNvSpPr txBox="1"/>
          <p:nvPr>
            <p:ph type="title"/>
          </p:nvPr>
        </p:nvSpPr>
        <p:spPr>
          <a:xfrm>
            <a:off x="1004758" y="2015640"/>
            <a:ext cx="71346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seemed like a fair price</a:t>
            </a:r>
            <a:endParaRPr sz="50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17"/>
          <p:cNvSpPr txBox="1"/>
          <p:nvPr>
            <p:ph type="title"/>
          </p:nvPr>
        </p:nvSpPr>
        <p:spPr>
          <a:xfrm>
            <a:off x="1086686" y="2012457"/>
            <a:ext cx="69705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But then we thought more about how much you are in need of something like this</a:t>
            </a:r>
            <a:endParaRPr sz="50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1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we settled on </a:t>
            </a: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$250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21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$250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 was</a:t>
            </a:r>
            <a:endParaRPr sz="50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2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time </a:t>
            </a:r>
            <a:endParaRPr sz="50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22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we thought we could do better </a:t>
            </a:r>
            <a:endParaRPr sz="50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2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$150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23"/>
          <p:cNvSpPr txBox="1"/>
          <p:nvPr>
            <p:ph type="title"/>
          </p:nvPr>
        </p:nvSpPr>
        <p:spPr>
          <a:xfrm>
            <a:off x="739756" y="2416432"/>
            <a:ext cx="76644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2400"/>
              <a:t>so we did one more final chop to just </a:t>
            </a:r>
            <a:r>
              <a:rPr lang="en" sz="2400">
                <a:solidFill>
                  <a:srgbClr val="FF00FF"/>
                </a:solidFill>
              </a:rPr>
              <a:t>$97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2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That’s it - Just </a:t>
            </a:r>
            <a:r>
              <a:rPr lang="en" sz="3700">
                <a:solidFill>
                  <a:srgbClr val="FF00FF"/>
                </a:solidFill>
              </a:rPr>
              <a:t>$97</a:t>
            </a:r>
            <a:r>
              <a:rPr lang="en" sz="3700"/>
              <a:t> For </a:t>
            </a:r>
            <a:r>
              <a:rPr lang="en" sz="3700">
                <a:solidFill>
                  <a:srgbClr val="FF00FF"/>
                </a:solidFill>
              </a:rPr>
              <a:t>[YOUR UPSELL]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25"/>
          <p:cNvSpPr txBox="1"/>
          <p:nvPr>
            <p:ph type="title"/>
          </p:nvPr>
        </p:nvSpPr>
        <p:spPr>
          <a:xfrm>
            <a:off x="1109392" y="1829892"/>
            <a:ext cx="6925200" cy="20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lang="en" sz="3100"/>
              <a:t>You’re getting </a:t>
            </a:r>
            <a:r>
              <a:rPr lang="en" sz="3100">
                <a:solidFill>
                  <a:srgbClr val="FF00FF"/>
                </a:solidFill>
              </a:rPr>
              <a:t>[INSERT WHAT THEY GET AGAIN]</a:t>
            </a:r>
            <a:r>
              <a:rPr lang="en" sz="3100"/>
              <a:t> …and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everything else I use to get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[RESULT THEY WANT]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2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what’s better</a:t>
            </a:r>
            <a:endParaRPr sz="50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27"/>
          <p:cNvSpPr txBox="1"/>
          <p:nvPr>
            <p:ph type="title"/>
          </p:nvPr>
        </p:nvSpPr>
        <p:spPr>
          <a:xfrm>
            <a:off x="967276" y="2061883"/>
            <a:ext cx="72093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It’s completely guaranteed</a:t>
            </a:r>
            <a:endParaRPr sz="50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2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this out on our dime</a:t>
            </a:r>
            <a:endParaRPr sz="50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2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it for a full </a:t>
            </a: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 days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230"/>
          <p:cNvSpPr txBox="1"/>
          <p:nvPr>
            <p:ph type="title"/>
          </p:nvPr>
        </p:nvSpPr>
        <p:spPr>
          <a:xfrm>
            <a:off x="1115917" y="1970553"/>
            <a:ext cx="69123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800"/>
              <a:t>If you don’t get actual results you can see </a:t>
            </a:r>
            <a:endParaRPr sz="50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23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" sz="3000"/>
              <a:t>Or if you don’t feel this </a:t>
            </a:r>
            <a:r>
              <a:rPr lang="en" sz="3000">
                <a:solidFill>
                  <a:srgbClr val="FF00FF"/>
                </a:solidFill>
              </a:rPr>
              <a:t>[YOUR UPSELL]</a:t>
            </a:r>
            <a:r>
              <a:rPr lang="en" sz="3000"/>
              <a:t> made this process easier than anything could</a:t>
            </a:r>
            <a:endParaRPr sz="50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32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 sz="4200"/>
              <a:t>Or if you're not happy for any other reason at all</a:t>
            </a:r>
            <a:endParaRPr sz="50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3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Shoot us an email </a:t>
            </a:r>
            <a:endParaRPr sz="310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34"/>
          <p:cNvSpPr txBox="1"/>
          <p:nvPr>
            <p:ph type="title"/>
          </p:nvPr>
        </p:nvSpPr>
        <p:spPr>
          <a:xfrm>
            <a:off x="1022862" y="2275282"/>
            <a:ext cx="70983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800"/>
              <a:t>And you get every penny back </a:t>
            </a:r>
            <a:endParaRPr sz="50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3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won’t ask you why </a:t>
            </a:r>
            <a:endParaRPr sz="50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23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won’t ask you a single question</a:t>
            </a:r>
            <a:endParaRPr sz="50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23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" sz="4000"/>
              <a:t>Your info is confidential so I won’t even know about it</a:t>
            </a:r>
            <a:endParaRPr sz="50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38"/>
          <p:cNvSpPr txBox="1"/>
          <p:nvPr>
            <p:ph type="title"/>
          </p:nvPr>
        </p:nvSpPr>
        <p:spPr>
          <a:xfrm>
            <a:off x="951192" y="2354711"/>
            <a:ext cx="7241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You’ll just get every penny back </a:t>
            </a:r>
            <a:endParaRPr sz="50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39"/>
          <p:cNvSpPr txBox="1"/>
          <p:nvPr>
            <p:ph type="title"/>
          </p:nvPr>
        </p:nvSpPr>
        <p:spPr>
          <a:xfrm>
            <a:off x="1210967" y="2291072"/>
            <a:ext cx="67221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" sz="4000"/>
              <a:t>Right onto your credit card </a:t>
            </a:r>
            <a:endParaRPr sz="50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4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" sz="4000"/>
              <a:t>In Fact, I’ll Even Double The Guarantee Right Now…</a:t>
            </a:r>
            <a:endParaRPr sz="50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24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 Can Keep The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UPSELL]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Free Of Charge</a:t>
            </a:r>
            <a:r>
              <a:rPr lang="en" sz="3100"/>
              <a:t> </a:t>
            </a:r>
            <a:r>
              <a:rPr lang="en" sz="3100">
                <a:solidFill>
                  <a:srgbClr val="B41600"/>
                </a:solidFill>
              </a:rPr>
              <a:t>If For Whatever Reason</a:t>
            </a:r>
            <a:r>
              <a:rPr lang="en" sz="3100"/>
              <a:t> </a:t>
            </a:r>
            <a:r>
              <a:rPr lang="en" sz="3100" u="sng"/>
              <a:t>You Decide To Get a Refund</a:t>
            </a:r>
            <a:r>
              <a:rPr lang="en" sz="3100"/>
              <a:t> </a:t>
            </a:r>
            <a:endParaRPr sz="310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42"/>
          <p:cNvSpPr txBox="1"/>
          <p:nvPr>
            <p:ph type="title"/>
          </p:nvPr>
        </p:nvSpPr>
        <p:spPr>
          <a:xfrm>
            <a:off x="1171233" y="2063053"/>
            <a:ext cx="6801600" cy="15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" sz="3100"/>
              <a:t>How’s that for believing in this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and believing in your ability</a:t>
            </a:r>
            <a:r>
              <a:rPr lang="en" sz="3100"/>
              <a:t> to achieve success with this...</a:t>
            </a:r>
            <a:endParaRPr sz="310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24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t/>
            </a:r>
            <a:endParaRPr sz="3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There’s a button below. </a:t>
            </a:r>
            <a:endParaRPr sz="50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4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button is your key to guaranteed success </a:t>
            </a:r>
            <a:endParaRPr sz="50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4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That button is your key to having the agency you’ve always wanted </a:t>
            </a:r>
            <a:endParaRPr sz="50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24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That’s your key to freedom...</a:t>
            </a:r>
            <a:endParaRPr sz="50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47"/>
          <p:cNvSpPr txBox="1"/>
          <p:nvPr>
            <p:ph type="title"/>
          </p:nvPr>
        </p:nvSpPr>
        <p:spPr>
          <a:xfrm>
            <a:off x="1008981" y="2280912"/>
            <a:ext cx="71259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900"/>
              <a:t>That’s your key to a better life</a:t>
            </a:r>
            <a:endParaRPr sz="50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4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So Hit That Button Right Now</a:t>
            </a:r>
            <a:br>
              <a:rPr lang="en" sz="3100"/>
            </a:br>
            <a:r>
              <a:rPr lang="en" sz="3100"/>
              <a:t>And </a:t>
            </a:r>
            <a:r>
              <a:rPr lang="en" sz="3100">
                <a:solidFill>
                  <a:srgbClr val="B41600"/>
                </a:solidFill>
              </a:rPr>
              <a:t>Your Account Will Automatically Be Upgraded</a:t>
            </a:r>
            <a:r>
              <a:rPr lang="en" sz="3100"/>
              <a:t> </a:t>
            </a:r>
            <a:r>
              <a:rPr lang="en" sz="3100" u="sng"/>
              <a:t>To Include The </a:t>
            </a:r>
            <a:r>
              <a:rPr lang="en" sz="3100" u="sng">
                <a:solidFill>
                  <a:srgbClr val="FF00FF"/>
                </a:solidFill>
              </a:rPr>
              <a:t>[YOUR UPSELL]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9"/>
          <p:cNvSpPr txBox="1"/>
          <p:nvPr>
            <p:ph type="title"/>
          </p:nvPr>
        </p:nvSpPr>
        <p:spPr>
          <a:xfrm>
            <a:off x="1127925" y="1762418"/>
            <a:ext cx="6888000" cy="21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Your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[YOUR UPSELL]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will be unlocked</a:t>
            </a:r>
            <a:r>
              <a:rPr lang="en" sz="3100"/>
              <a:t>, and </a:t>
            </a:r>
            <a:r>
              <a:rPr lang="en" sz="3100">
                <a:solidFill>
                  <a:srgbClr val="B41600"/>
                </a:solidFill>
              </a:rPr>
              <a:t>you can begin using it</a:t>
            </a:r>
            <a:r>
              <a:rPr lang="en" sz="3100"/>
              <a:t> the second you login to your members area</a:t>
            </a:r>
            <a:endParaRPr sz="310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250"/>
          <p:cNvSpPr txBox="1"/>
          <p:nvPr>
            <p:ph type="title"/>
          </p:nvPr>
        </p:nvSpPr>
        <p:spPr>
          <a:xfrm>
            <a:off x="1019214" y="2296118"/>
            <a:ext cx="71055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800"/>
              <a:t>If you really think about this...</a:t>
            </a:r>
            <a:endParaRPr sz="50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5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100"/>
              <a:t>It’s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</a:t>
            </a:r>
            <a:r>
              <a:rPr b="1" lang="en" sz="31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$3.23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 day</a:t>
            </a:r>
            <a:r>
              <a:rPr lang="en" sz="3100"/>
              <a:t> over the course of one month </a:t>
            </a:r>
            <a:endParaRPr sz="310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252"/>
          <p:cNvSpPr txBox="1"/>
          <p:nvPr>
            <p:ph type="title"/>
          </p:nvPr>
        </p:nvSpPr>
        <p:spPr>
          <a:xfrm>
            <a:off x="1251986" y="1989757"/>
            <a:ext cx="6639900" cy="17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1" lang="en" sz="3700">
                <a:latin typeface="Helvetica Neue"/>
                <a:ea typeface="Helvetica Neue"/>
                <a:cs typeface="Helvetica Neue"/>
                <a:sym typeface="Helvetica Neue"/>
              </a:rPr>
              <a:t>Many of you spend as much as $4 dollars a day on coffee </a:t>
            </a:r>
            <a:endParaRPr sz="50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253"/>
          <p:cNvSpPr txBox="1"/>
          <p:nvPr>
            <p:ph type="title"/>
          </p:nvPr>
        </p:nvSpPr>
        <p:spPr>
          <a:xfrm>
            <a:off x="1223808" y="1991118"/>
            <a:ext cx="66963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600"/>
              <a:t>But instead of investing in making some coffee CEO rich </a:t>
            </a:r>
            <a:endParaRPr sz="50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254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investing in </a:t>
            </a:r>
            <a:r>
              <a:rPr lang="en" sz="4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yourself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5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This Isn’t A Hard Decision, Because...</a:t>
            </a:r>
            <a:br>
              <a:rPr lang="en" sz="3100"/>
            </a:br>
            <a:r>
              <a:rPr lang="en" sz="3100">
                <a:solidFill>
                  <a:srgbClr val="B41600"/>
                </a:solidFill>
              </a:rPr>
              <a:t>This Is Going To Make Sure You Actually Get All The Results</a:t>
            </a:r>
            <a:r>
              <a:rPr lang="en" sz="3100"/>
              <a:t> You Want From The Product You Already Bought </a:t>
            </a:r>
            <a:endParaRPr sz="310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25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take a good look at the button below</a:t>
            </a:r>
            <a:endParaRPr sz="50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25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900"/>
              <a:t>Realize what it means. Your freedom. Your dream life. </a:t>
            </a:r>
            <a:endParaRPr sz="50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25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800"/>
              <a:t>And hit the button now, and I’ll see you on the flip side.</a:t>
            </a:r>
            <a:endParaRPr sz="50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25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You’ve Got Options. </a:t>
            </a:r>
            <a:b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Should Let You Know.</a:t>
            </a:r>
            <a:endParaRPr sz="50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260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 can spend the next few years</a:t>
            </a:r>
            <a:r>
              <a:rPr lang="en" sz="3100"/>
              <a:t> and at least $2,000 to get this done on your own.</a:t>
            </a:r>
            <a:endParaRPr sz="310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261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 do nothing and stay where you are.</a:t>
            </a:r>
            <a:endParaRPr sz="50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262"/>
          <p:cNvSpPr txBox="1"/>
          <p:nvPr>
            <p:ph type="title"/>
          </p:nvPr>
        </p:nvSpPr>
        <p:spPr>
          <a:xfrm>
            <a:off x="1165210" y="1855543"/>
            <a:ext cx="68136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Or you can invest in yourself and your future…</a:t>
            </a:r>
            <a:r>
              <a:rPr lang="en" sz="3100"/>
              <a:t> and </a:t>
            </a:r>
            <a:r>
              <a:rPr lang="en" sz="3100">
                <a:solidFill>
                  <a:srgbClr val="B41600"/>
                </a:solidFill>
              </a:rPr>
              <a:t>get absolutely everything I promised</a:t>
            </a:r>
            <a:r>
              <a:rPr lang="en" sz="3100"/>
              <a:t> for a </a:t>
            </a:r>
            <a:r>
              <a:rPr lang="en" sz="3100" u="sng"/>
              <a:t>fraction of the work</a:t>
            </a:r>
            <a:r>
              <a:rPr lang="en" sz="3100"/>
              <a:t> and a </a:t>
            </a:r>
            <a:r>
              <a:rPr lang="en" sz="3100" u="sng"/>
              <a:t>fraction of the time</a:t>
            </a:r>
            <a:endParaRPr sz="310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263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If You’re Truly Committed To your Success.</a:t>
            </a:r>
            <a:r>
              <a:rPr lang="en" sz="3100"/>
              <a:t> </a:t>
            </a:r>
            <a:r>
              <a:rPr lang="en" sz="3100">
                <a:solidFill>
                  <a:srgbClr val="B41600"/>
                </a:solidFill>
              </a:rPr>
              <a:t>It’s Not Even A Decision For You.</a:t>
            </a:r>
            <a:r>
              <a:rPr lang="en" sz="3100"/>
              <a:t> </a:t>
            </a:r>
            <a:r>
              <a:rPr lang="en" sz="3100" u="sng"/>
              <a:t>You Know</a:t>
            </a:r>
            <a:r>
              <a:rPr lang="en" sz="3100"/>
              <a:t> </a:t>
            </a:r>
            <a:br>
              <a:rPr lang="en" sz="3100" u="sng"/>
            </a:br>
            <a:r>
              <a:rPr lang="en" sz="3100" u="sng"/>
              <a:t>Exactly What To Do </a:t>
            </a:r>
            <a:endParaRPr sz="310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64"/>
          <p:cNvSpPr txBox="1"/>
          <p:nvPr>
            <p:ph type="title"/>
          </p:nvPr>
        </p:nvSpPr>
        <p:spPr>
          <a:xfrm>
            <a:off x="1293654" y="2095437"/>
            <a:ext cx="6556800" cy="1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100"/>
              <a:t>You know you need to hit that button below and the rest is done.</a:t>
            </a:r>
            <a:endParaRPr sz="50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5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Hit the button now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lock in your success. </a:t>
            </a:r>
            <a:endParaRPr sz="310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266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1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Hit the button now</a:t>
            </a:r>
            <a:r>
              <a:rPr lang="en" sz="3100"/>
              <a:t> and make the hard work easy. </a:t>
            </a:r>
            <a:endParaRPr sz="310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67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6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Hit the button now</a:t>
            </a:r>
            <a:r>
              <a:rPr lang="en" sz="3100"/>
              <a:t> and eliminate all the stress of this process </a:t>
            </a:r>
            <a:endParaRPr sz="310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268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6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Hit the button now</a:t>
            </a:r>
            <a:r>
              <a:rPr lang="en" sz="3100"/>
              <a:t> and try it out for 30 days before you even decide </a:t>
            </a:r>
            <a:endParaRPr sz="310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269"/>
          <p:cNvSpPr txBox="1"/>
          <p:nvPr>
            <p:ph type="title"/>
          </p:nvPr>
        </p:nvSpPr>
        <p:spPr>
          <a:xfrm>
            <a:off x="1323521" y="1890117"/>
            <a:ext cx="64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Hit the button now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upgrade Your Order</a:t>
            </a:r>
            <a:endParaRPr sz="310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270"/>
          <p:cNvSpPr txBox="1"/>
          <p:nvPr>
            <p:ph type="title"/>
          </p:nvPr>
        </p:nvSpPr>
        <p:spPr>
          <a:xfrm>
            <a:off x="1139652" y="2287264"/>
            <a:ext cx="6864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800"/>
              <a:t>And I’ll see you on the inside.  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