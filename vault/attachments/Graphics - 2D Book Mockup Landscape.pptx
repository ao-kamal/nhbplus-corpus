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4114800" cx="5486400"/>
  <p:notesSz cx="6858000" cy="9144000"/>
  <p:embeddedFontLst>
    <p:embeddedFont>
      <p:font typeface="Helvetica Neue"/>
      <p:regular r:id="rId13"/>
      <p:bold r:id="rId14"/>
      <p:italic r:id="rId15"/>
      <p:boldItalic r:id="rId16"/>
    </p:embeddedFont>
    <p:embeddedFont>
      <p:font typeface="Barlow ExtraBold"/>
      <p:bold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296">
          <p15:clr>
            <a:srgbClr val="A4A3A4"/>
          </p15:clr>
        </p15:guide>
        <p15:guide id="2" pos="172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296" orient="horz"/>
        <p:guide pos="172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HelveticaNeue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HelveticaNeue-italic.fntdata"/><Relationship Id="rId14" Type="http://schemas.openxmlformats.org/officeDocument/2006/relationships/font" Target="fonts/HelveticaNeue-bold.fntdata"/><Relationship Id="rId17" Type="http://schemas.openxmlformats.org/officeDocument/2006/relationships/font" Target="fonts/BarlowExtraBold-bold.fntdata"/><Relationship Id="rId16" Type="http://schemas.openxmlformats.org/officeDocument/2006/relationships/font" Target="fonts/HelveticaNeue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BarlowExtraBold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6e4ae3a961_0_55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6e4ae3a961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b0375b3639_0_62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b0375b3639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b060d76c47_0_20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b060d76c4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b0375b3639_0_52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b0375b3639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b0375b385f_1_8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b0375b385f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b0375b385f_1_12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b0375b385f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b060d76c47_0_25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b060d76c47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187025" y="595660"/>
            <a:ext cx="5112300" cy="164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87020" y="2267300"/>
            <a:ext cx="5112300" cy="63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5083475" y="3730573"/>
            <a:ext cx="329100" cy="31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187020" y="1720680"/>
            <a:ext cx="5112300" cy="67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5083475" y="3730573"/>
            <a:ext cx="329100" cy="31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187020" y="356020"/>
            <a:ext cx="5112300" cy="45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187020" y="921980"/>
            <a:ext cx="5112300" cy="273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5083475" y="3730573"/>
            <a:ext cx="329100" cy="31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187020" y="356020"/>
            <a:ext cx="5112300" cy="45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187020" y="921980"/>
            <a:ext cx="2400000" cy="273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2899440" y="921980"/>
            <a:ext cx="2400000" cy="273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5083475" y="3730573"/>
            <a:ext cx="329100" cy="31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187020" y="356020"/>
            <a:ext cx="5112300" cy="45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5083475" y="3730573"/>
            <a:ext cx="329100" cy="31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187020" y="444480"/>
            <a:ext cx="1684800" cy="60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187020" y="1111680"/>
            <a:ext cx="1684800" cy="254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5083475" y="3730573"/>
            <a:ext cx="329100" cy="31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294150" y="360120"/>
            <a:ext cx="3820800" cy="32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5083475" y="3730573"/>
            <a:ext cx="329100" cy="31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2743200" y="-100"/>
            <a:ext cx="2743200" cy="4114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159300" y="986540"/>
            <a:ext cx="2427000" cy="118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159300" y="2242460"/>
            <a:ext cx="2427000" cy="98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2963700" y="579260"/>
            <a:ext cx="2302200" cy="295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5083475" y="3730573"/>
            <a:ext cx="329100" cy="31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187020" y="3384460"/>
            <a:ext cx="3599400" cy="48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5083475" y="3730573"/>
            <a:ext cx="329100" cy="31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187020" y="884900"/>
            <a:ext cx="5112300" cy="157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187020" y="2521780"/>
            <a:ext cx="5112300" cy="104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5083475" y="3730573"/>
            <a:ext cx="329100" cy="31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5083475" y="3730573"/>
            <a:ext cx="329100" cy="31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87020" y="356020"/>
            <a:ext cx="51123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87020" y="921980"/>
            <a:ext cx="5112300" cy="27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5083475" y="3730573"/>
            <a:ext cx="329100" cy="3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51D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541200" y="1992754"/>
            <a:ext cx="4404000" cy="6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Barlow ExtraBold"/>
                <a:ea typeface="Barlow ExtraBold"/>
                <a:cs typeface="Barlow ExtraBold"/>
                <a:sym typeface="Barlow ExtraBold"/>
              </a:rPr>
              <a:t>2D BOOK MOCKUP</a:t>
            </a:r>
            <a:endParaRPr sz="3000">
              <a:solidFill>
                <a:srgbClr val="FFFFFF"/>
              </a:solidFill>
              <a:latin typeface="Barlow ExtraBold"/>
              <a:ea typeface="Barlow ExtraBold"/>
              <a:cs typeface="Barlow ExtraBold"/>
              <a:sym typeface="Barlow ExtraBold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5775" y="1510040"/>
            <a:ext cx="934850" cy="5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541200" y="1913852"/>
            <a:ext cx="44040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Barlow ExtraBold"/>
                <a:ea typeface="Barlow ExtraBold"/>
                <a:cs typeface="Barlow ExtraBold"/>
                <a:sym typeface="Barlow ExtraBold"/>
              </a:rPr>
              <a:t>To use this template click File &gt; Make a copy</a:t>
            </a:r>
            <a:endParaRPr sz="1200">
              <a:latin typeface="Barlow ExtraBold"/>
              <a:ea typeface="Barlow ExtraBold"/>
              <a:cs typeface="Barlow ExtraBold"/>
              <a:sym typeface="Barlow Extra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/>
        </p:nvSpPr>
        <p:spPr>
          <a:xfrm>
            <a:off x="541200" y="-51373"/>
            <a:ext cx="44040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Barlow ExtraBold"/>
                <a:ea typeface="Barlow ExtraBold"/>
                <a:cs typeface="Barlow ExtraBold"/>
                <a:sym typeface="Barlow ExtraBold"/>
              </a:rPr>
              <a:t>EXAMPLE</a:t>
            </a:r>
            <a:endParaRPr sz="1200">
              <a:latin typeface="Barlow ExtraBold"/>
              <a:ea typeface="Barlow ExtraBold"/>
              <a:cs typeface="Barlow ExtraBold"/>
              <a:sym typeface="Barlow ExtraBold"/>
            </a:endParaRPr>
          </a:p>
        </p:txBody>
      </p:sp>
      <p:pic>
        <p:nvPicPr>
          <p:cNvPr id="66" name="Google Shape;6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10166"/>
            <a:ext cx="5181601" cy="369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/>
          <p:nvPr/>
        </p:nvSpPr>
        <p:spPr>
          <a:xfrm>
            <a:off x="222119" y="285893"/>
            <a:ext cx="2475900" cy="3543000"/>
          </a:xfrm>
          <a:prstGeom prst="roundRect">
            <a:avLst>
              <a:gd fmla="val 1090" name="adj"/>
            </a:avLst>
          </a:prstGeom>
          <a:solidFill>
            <a:srgbClr val="FCFCF8"/>
          </a:solidFill>
          <a:ln>
            <a:noFill/>
          </a:ln>
          <a:effectLst>
            <a:outerShdw blurRad="200025" rotWithShape="0" algn="bl" dir="282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" name="Google Shape;72;p16"/>
          <p:cNvPicPr preferRelativeResize="0"/>
          <p:nvPr/>
        </p:nvPicPr>
        <p:blipFill rotWithShape="1">
          <a:blip r:embed="rId3">
            <a:alphaModFix/>
          </a:blip>
          <a:srcRect b="4598" l="0" r="0" t="0"/>
          <a:stretch/>
        </p:blipFill>
        <p:spPr>
          <a:xfrm>
            <a:off x="222119" y="285893"/>
            <a:ext cx="2475877" cy="3543027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6"/>
          <p:cNvSpPr/>
          <p:nvPr/>
        </p:nvSpPr>
        <p:spPr>
          <a:xfrm>
            <a:off x="222119" y="285893"/>
            <a:ext cx="2475900" cy="3543000"/>
          </a:xfrm>
          <a:prstGeom prst="roundRect">
            <a:avLst>
              <a:gd fmla="val 1090" name="adj"/>
            </a:avLst>
          </a:prstGeom>
          <a:solidFill>
            <a:srgbClr val="FF0000">
              <a:alpha val="603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6"/>
          <p:cNvSpPr/>
          <p:nvPr/>
        </p:nvSpPr>
        <p:spPr>
          <a:xfrm>
            <a:off x="2788385" y="285893"/>
            <a:ext cx="2475900" cy="3543000"/>
          </a:xfrm>
          <a:prstGeom prst="roundRect">
            <a:avLst>
              <a:gd fmla="val 1090" name="adj"/>
            </a:avLst>
          </a:prstGeom>
          <a:solidFill>
            <a:srgbClr val="000000"/>
          </a:solidFill>
          <a:ln>
            <a:noFill/>
          </a:ln>
          <a:effectLst>
            <a:outerShdw blurRad="200025" rotWithShape="0" algn="bl" dir="282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6"/>
          <p:cNvSpPr txBox="1"/>
          <p:nvPr/>
        </p:nvSpPr>
        <p:spPr>
          <a:xfrm>
            <a:off x="2916623" y="1528987"/>
            <a:ext cx="2219400" cy="20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</a:rPr>
              <a:t>This is where you write a short bio of yourself and entice people to read the book, and buy other things from you. This is where you write a short bio of yourself and entice people to read the book, and buy other things from you. This is where you write a short bio of yourself and entice people to read the book, and buy other things from you. This is where you write a short bio of yourself and entice people to read the book, and buy other things from you. This is where you write a short bio of yourself and entice people to read the book, and buy other things from you.</a:t>
            </a:r>
            <a:endParaRPr sz="8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</a:rPr>
              <a:t>https://yourwebsitehere.com</a:t>
            </a:r>
            <a:endParaRPr sz="800">
              <a:solidFill>
                <a:srgbClr val="FFFFFF"/>
              </a:solidFill>
            </a:endParaRPr>
          </a:p>
        </p:txBody>
      </p:sp>
      <p:sp>
        <p:nvSpPr>
          <p:cNvPr id="76" name="Google Shape;76;p16"/>
          <p:cNvSpPr txBox="1"/>
          <p:nvPr/>
        </p:nvSpPr>
        <p:spPr>
          <a:xfrm>
            <a:off x="462475" y="1497281"/>
            <a:ext cx="1995300" cy="5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BOOK TITLE HERE</a:t>
            </a:r>
            <a:endParaRPr b="1" sz="24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7" name="Google Shape;77;p16"/>
          <p:cNvSpPr txBox="1"/>
          <p:nvPr/>
        </p:nvSpPr>
        <p:spPr>
          <a:xfrm>
            <a:off x="502558" y="2144910"/>
            <a:ext cx="1995300" cy="5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Counterintuitive Approach That [INSERT DESIRED RESULT] Every Single Month</a:t>
            </a:r>
            <a:endParaRPr sz="11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3028741" y="680628"/>
            <a:ext cx="1995300" cy="5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BOOK TITLE HERE</a:t>
            </a:r>
            <a:endParaRPr b="1" sz="24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/>
        </p:nvSpPr>
        <p:spPr>
          <a:xfrm>
            <a:off x="903000" y="1508100"/>
            <a:ext cx="3680400" cy="10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Barlow ExtraBold"/>
                <a:ea typeface="Barlow ExtraBold"/>
                <a:cs typeface="Barlow ExtraBold"/>
                <a:sym typeface="Barlow ExtraBold"/>
              </a:rPr>
              <a:t>CREATE YOURS ON THE NEXT SLIDE</a:t>
            </a:r>
            <a:endParaRPr sz="3000">
              <a:solidFill>
                <a:schemeClr val="dk1"/>
              </a:solidFill>
              <a:latin typeface="Barlow ExtraBold"/>
              <a:ea typeface="Barlow ExtraBold"/>
              <a:cs typeface="Barlow ExtraBold"/>
              <a:sym typeface="Barlow Extra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/>
        </p:nvSpPr>
        <p:spPr>
          <a:xfrm>
            <a:off x="541200" y="1776148"/>
            <a:ext cx="44040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Barlow ExtraBold"/>
                <a:ea typeface="Barlow ExtraBold"/>
                <a:cs typeface="Barlow ExtraBold"/>
                <a:sym typeface="Barlow ExtraBold"/>
              </a:rPr>
              <a:t>To export your image (on the previous slide) click on the slide, then File &gt; Download &gt; PNG image (current slide)</a:t>
            </a:r>
            <a:endParaRPr sz="1200">
              <a:latin typeface="Barlow ExtraBold"/>
              <a:ea typeface="Barlow ExtraBold"/>
              <a:cs typeface="Barlow ExtraBold"/>
              <a:sym typeface="Barlow Extra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