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828800" cx="5486400"/>
  <p:notesSz cx="6858000" cy="9144000"/>
  <p:embeddedFontLst>
    <p:embeddedFont>
      <p:font typeface="Barlow ExtraBold"/>
      <p:bold r:id="rId14"/>
      <p:boldItalic r:id="rId15"/>
    </p:embeddedFont>
    <p:embeddedFont>
      <p:font typeface="Barlow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17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17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arlowExtraBold-boldItalic.fntdata"/><Relationship Id="rId14" Type="http://schemas.openxmlformats.org/officeDocument/2006/relationships/font" Target="fonts/BarlowExtraBold-bold.fntdata"/><Relationship Id="rId17" Type="http://schemas.openxmlformats.org/officeDocument/2006/relationships/font" Target="fonts/Barlow-bold.fntdata"/><Relationship Id="rId16" Type="http://schemas.openxmlformats.org/officeDocument/2006/relationships/font" Target="fonts/Barlow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Barlow-boldItalic.fntdata"/><Relationship Id="rId6" Type="http://schemas.openxmlformats.org/officeDocument/2006/relationships/slide" Target="slides/slide1.xml"/><Relationship Id="rId18" Type="http://schemas.openxmlformats.org/officeDocument/2006/relationships/font" Target="fonts/Barlow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1714200" y="685800"/>
            <a:ext cx="10287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e4ae3a961_0_48:notes"/>
          <p:cNvSpPr/>
          <p:nvPr>
            <p:ph idx="2" type="sldImg"/>
          </p:nvPr>
        </p:nvSpPr>
        <p:spPr>
          <a:xfrm>
            <a:off x="-1714200" y="685800"/>
            <a:ext cx="10287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e4ae3a96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066714553_1_0:notes"/>
          <p:cNvSpPr/>
          <p:nvPr>
            <p:ph idx="2" type="sldImg"/>
          </p:nvPr>
        </p:nvSpPr>
        <p:spPr>
          <a:xfrm>
            <a:off x="-1714200" y="685800"/>
            <a:ext cx="10287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06671455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a5e2b1d7e8_1_64:notes"/>
          <p:cNvSpPr/>
          <p:nvPr>
            <p:ph idx="2" type="sldImg"/>
          </p:nvPr>
        </p:nvSpPr>
        <p:spPr>
          <a:xfrm>
            <a:off x="-1714200" y="685800"/>
            <a:ext cx="10287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a5e2b1d7e8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e4ae3a961_0_55:notes"/>
          <p:cNvSpPr/>
          <p:nvPr>
            <p:ph idx="2" type="sldImg"/>
          </p:nvPr>
        </p:nvSpPr>
        <p:spPr>
          <a:xfrm>
            <a:off x="-1714200" y="685800"/>
            <a:ext cx="10287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e4ae3a96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a5e2b1d7e8_1_51:notes"/>
          <p:cNvSpPr/>
          <p:nvPr>
            <p:ph idx="2" type="sldImg"/>
          </p:nvPr>
        </p:nvSpPr>
        <p:spPr>
          <a:xfrm>
            <a:off x="-1714200" y="685800"/>
            <a:ext cx="10287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a5e2b1d7e8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5e2b1d7e8_1_133:notes"/>
          <p:cNvSpPr/>
          <p:nvPr>
            <p:ph idx="2" type="sldImg"/>
          </p:nvPr>
        </p:nvSpPr>
        <p:spPr>
          <a:xfrm>
            <a:off x="-1714200" y="685800"/>
            <a:ext cx="10287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5e2b1d7e8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b0375b34c0_0_30:notes"/>
          <p:cNvSpPr/>
          <p:nvPr>
            <p:ph idx="2" type="sldImg"/>
          </p:nvPr>
        </p:nvSpPr>
        <p:spPr>
          <a:xfrm>
            <a:off x="-1714200" y="685800"/>
            <a:ext cx="10287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b0375b34c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b066714553_1_4:notes"/>
          <p:cNvSpPr/>
          <p:nvPr>
            <p:ph idx="2" type="sldImg"/>
          </p:nvPr>
        </p:nvSpPr>
        <p:spPr>
          <a:xfrm>
            <a:off x="-1714200" y="685800"/>
            <a:ext cx="10287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b06671455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87025" y="264738"/>
            <a:ext cx="5112300" cy="7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7020" y="1007689"/>
            <a:ext cx="5112300" cy="2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87020" y="764747"/>
            <a:ext cx="5112300" cy="2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87020" y="158231"/>
            <a:ext cx="5112300" cy="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87020" y="409769"/>
            <a:ext cx="5112300" cy="12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87020" y="158231"/>
            <a:ext cx="5112300" cy="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87020" y="409769"/>
            <a:ext cx="2400000" cy="12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899440" y="409769"/>
            <a:ext cx="2400000" cy="12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87020" y="158231"/>
            <a:ext cx="5112300" cy="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87020" y="197547"/>
            <a:ext cx="1684800" cy="26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87020" y="494080"/>
            <a:ext cx="1684800" cy="11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94150" y="160053"/>
            <a:ext cx="3820800" cy="14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743200" y="-44"/>
            <a:ext cx="2743200" cy="18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59300" y="438462"/>
            <a:ext cx="2427000" cy="52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59300" y="996649"/>
            <a:ext cx="24270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963700" y="257449"/>
            <a:ext cx="2302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87020" y="1504204"/>
            <a:ext cx="3599400" cy="21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87020" y="393289"/>
            <a:ext cx="5112300" cy="69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87020" y="1120791"/>
            <a:ext cx="5112300" cy="4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7020" y="158231"/>
            <a:ext cx="51123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87020" y="409769"/>
            <a:ext cx="5112300" cy="12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083475" y="1658033"/>
            <a:ext cx="3291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51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1200" y="814025"/>
            <a:ext cx="4404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PRODUCT STACKS</a:t>
            </a:r>
            <a:endParaRPr sz="3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775" y="385365"/>
            <a:ext cx="934850" cy="5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41200" y="727798"/>
            <a:ext cx="44040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use this template click File &gt; Make a copy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375" y="267163"/>
            <a:ext cx="4241645" cy="169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1243200" y="85375"/>
            <a:ext cx="3000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EXAMPLE</a:t>
            </a:r>
            <a:endParaRPr sz="1700">
              <a:solidFill>
                <a:srgbClr val="000000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1243200" y="9175"/>
            <a:ext cx="3000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ExtraBold"/>
                <a:ea typeface="Barlow ExtraBold"/>
                <a:cs typeface="Barlow ExtraBold"/>
                <a:sym typeface="Barlow ExtraBold"/>
              </a:rPr>
              <a:t>ASSETS</a:t>
            </a:r>
            <a:endParaRPr>
              <a:solidFill>
                <a:srgbClr val="000000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8900" y="613000"/>
            <a:ext cx="457900" cy="60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3244825" y="237452"/>
            <a:ext cx="906600" cy="1335900"/>
          </a:xfrm>
          <a:prstGeom prst="roundRect">
            <a:avLst>
              <a:gd fmla="val 788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0" l="23243" r="24359" t="0"/>
          <a:stretch/>
        </p:blipFill>
        <p:spPr>
          <a:xfrm>
            <a:off x="4314175" y="400225"/>
            <a:ext cx="529398" cy="101032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157503" y="255450"/>
            <a:ext cx="921000" cy="1317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r="312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2449" y="400226"/>
            <a:ext cx="1980824" cy="114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 rot="-126606">
            <a:off x="1055159" y="331327"/>
            <a:ext cx="812203" cy="1196785"/>
          </a:xfrm>
          <a:prstGeom prst="roundRect">
            <a:avLst>
              <a:gd fmla="val 788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 rot="-126606">
            <a:off x="1055159" y="331327"/>
            <a:ext cx="812203" cy="1196785"/>
          </a:xfrm>
          <a:prstGeom prst="roundRect">
            <a:avLst>
              <a:gd fmla="val 7887" name="adj"/>
            </a:avLst>
          </a:prstGeom>
          <a:gradFill>
            <a:gsLst>
              <a:gs pos="0">
                <a:srgbClr val="366BF1"/>
              </a:gs>
              <a:gs pos="100000">
                <a:srgbClr val="674EA7"/>
              </a:gs>
            </a:gsLst>
            <a:lin ang="2700006" scaled="0"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 rot="-126606">
            <a:off x="1055155" y="760353"/>
            <a:ext cx="812203" cy="338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BONUS</a:t>
            </a:r>
            <a:endParaRPr b="1" sz="12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4" name="Google Shape;84;p17"/>
          <p:cNvSpPr/>
          <p:nvPr/>
        </p:nvSpPr>
        <p:spPr>
          <a:xfrm rot="121751">
            <a:off x="4354500" y="485595"/>
            <a:ext cx="490180" cy="1052105"/>
          </a:xfrm>
          <a:prstGeom prst="roundRect">
            <a:avLst>
              <a:gd fmla="val 7887" name="adj"/>
            </a:avLst>
          </a:prstGeom>
          <a:gradFill>
            <a:gsLst>
              <a:gs pos="0">
                <a:srgbClr val="366BF1"/>
              </a:gs>
              <a:gs pos="100000">
                <a:srgbClr val="674EA7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24000" r="25705" t="0"/>
          <a:stretch/>
        </p:blipFill>
        <p:spPr>
          <a:xfrm rot="121745">
            <a:off x="4319880" y="440049"/>
            <a:ext cx="574947" cy="114320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 rot="129732">
            <a:off x="3567918" y="323413"/>
            <a:ext cx="811247" cy="1195376"/>
          </a:xfrm>
          <a:prstGeom prst="roundRect">
            <a:avLst>
              <a:gd fmla="val 788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 rot="129732">
            <a:off x="3567918" y="323413"/>
            <a:ext cx="811247" cy="1195376"/>
          </a:xfrm>
          <a:prstGeom prst="roundRect">
            <a:avLst>
              <a:gd fmla="val 7887" name="adj"/>
            </a:avLst>
          </a:prstGeom>
          <a:gradFill>
            <a:gsLst>
              <a:gs pos="0">
                <a:srgbClr val="366BF1"/>
              </a:gs>
              <a:gs pos="100000">
                <a:srgbClr val="674EA7"/>
              </a:gs>
            </a:gsLst>
            <a:lin ang="2700006" scaled="0"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 rot="129732">
            <a:off x="3567913" y="751934"/>
            <a:ext cx="811247" cy="338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BONUS</a:t>
            </a:r>
            <a:endParaRPr b="1" sz="12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501" y="907688"/>
            <a:ext cx="489700" cy="64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4025" y="265938"/>
            <a:ext cx="2258326" cy="1310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1835675" y="316775"/>
            <a:ext cx="1794300" cy="1146600"/>
          </a:xfrm>
          <a:prstGeom prst="roundRect">
            <a:avLst>
              <a:gd fmla="val 1499" name="adj"/>
            </a:avLst>
          </a:prstGeom>
          <a:gradFill>
            <a:gsLst>
              <a:gs pos="0">
                <a:srgbClr val="366BF1"/>
              </a:gs>
              <a:gs pos="100000">
                <a:srgbClr val="674EA7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1971726" y="714438"/>
            <a:ext cx="1540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MAIN PRODUCT</a:t>
            </a:r>
            <a:endParaRPr b="1" sz="12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893250" y="342150"/>
            <a:ext cx="3699900" cy="11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CREATE YOURS ON THE NEXT SLIDE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/>
        </p:nvSpPr>
        <p:spPr>
          <a:xfrm>
            <a:off x="541200" y="628501"/>
            <a:ext cx="44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export your image (on the previous slide) click on the slide, then File &gt; Download &gt; PNG image (current slide)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